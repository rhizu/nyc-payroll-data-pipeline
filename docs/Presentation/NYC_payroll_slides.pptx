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35"/>
  </p:notesMasterIdLst>
  <p:sldIdLst>
    <p:sldId id="256" r:id="rId2"/>
    <p:sldId id="261" r:id="rId3"/>
    <p:sldId id="311" r:id="rId4"/>
    <p:sldId id="273" r:id="rId5"/>
    <p:sldId id="262" r:id="rId6"/>
    <p:sldId id="312" r:id="rId7"/>
    <p:sldId id="313" r:id="rId8"/>
    <p:sldId id="266" r:id="rId9"/>
    <p:sldId id="315" r:id="rId10"/>
    <p:sldId id="316" r:id="rId11"/>
    <p:sldId id="317" r:id="rId12"/>
    <p:sldId id="267" r:id="rId13"/>
    <p:sldId id="318" r:id="rId14"/>
    <p:sldId id="327" r:id="rId15"/>
    <p:sldId id="328" r:id="rId16"/>
    <p:sldId id="329" r:id="rId17"/>
    <p:sldId id="330" r:id="rId18"/>
    <p:sldId id="331" r:id="rId19"/>
    <p:sldId id="258" r:id="rId20"/>
    <p:sldId id="332" r:id="rId21"/>
    <p:sldId id="333" r:id="rId22"/>
    <p:sldId id="334" r:id="rId23"/>
    <p:sldId id="320" r:id="rId24"/>
    <p:sldId id="265" r:id="rId25"/>
    <p:sldId id="322" r:id="rId26"/>
    <p:sldId id="326" r:id="rId27"/>
    <p:sldId id="260" r:id="rId28"/>
    <p:sldId id="284" r:id="rId29"/>
    <p:sldId id="323" r:id="rId30"/>
    <p:sldId id="324" r:id="rId31"/>
    <p:sldId id="325" r:id="rId32"/>
    <p:sldId id="335" r:id="rId33"/>
    <p:sldId id="290" r:id="rId34"/>
  </p:sldIdLst>
  <p:sldSz cx="9144000" cy="5143500" type="screen16x9"/>
  <p:notesSz cx="6858000" cy="9144000"/>
  <p:embeddedFontLst>
    <p:embeddedFont>
      <p:font typeface="Anaheim" panose="020B0604020202020204" charset="0"/>
      <p:regular r:id="rId36"/>
      <p:bold r:id="rId37"/>
    </p:embeddedFont>
    <p:embeddedFont>
      <p:font typeface="Barlow Semi Condensed" panose="00000506000000000000" pitchFamily="2" charset="0"/>
      <p:regular r:id="rId38"/>
      <p:bold r:id="rId39"/>
      <p:italic r:id="rId40"/>
      <p:boldItalic r:id="rId41"/>
    </p:embeddedFont>
    <p:embeddedFont>
      <p:font typeface="Barlow Semi Condensed SemiBold" panose="00000706000000000000" pitchFamily="2" charset="0"/>
      <p:regular r:id="rId42"/>
      <p:bold r:id="rId43"/>
      <p:italic r:id="rId44"/>
      <p:boldItalic r:id="rId45"/>
    </p:embeddedFont>
    <p:embeddedFont>
      <p:font typeface="Nunito Light" pitchFamily="2" charset="0"/>
      <p:regular r:id="rId46"/>
      <p:italic r:id="rId47"/>
    </p:embeddedFont>
    <p:embeddedFont>
      <p:font typeface="Titillium Web" panose="00000500000000000000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31C3AF-5D34-4C15-85DC-2B94242F4A71}">
  <a:tblStyle styleId="{CD31C3AF-5D34-4C15-85DC-2B94242F4A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42B431-1D45-4996-B74F-4BDECA596A5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895" autoAdjust="0"/>
  </p:normalViewPr>
  <p:slideViewPr>
    <p:cSldViewPr snapToGrid="0">
      <p:cViewPr varScale="1">
        <p:scale>
          <a:sx n="100" d="100"/>
          <a:sy n="100" d="100"/>
        </p:scale>
        <p:origin x="946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14" name="Google Shape;141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595" name="Google Shape;1595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>
          <a:extLst>
            <a:ext uri="{FF2B5EF4-FFF2-40B4-BE49-F238E27FC236}">
              <a16:creationId xmlns:a16="http://schemas.microsoft.com/office/drawing/2014/main" id="{7C7FF487-4915-1D5D-E0BC-394D505A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14072739ea5_12_0:notes">
            <a:extLst>
              <a:ext uri="{FF2B5EF4-FFF2-40B4-BE49-F238E27FC236}">
                <a16:creationId xmlns:a16="http://schemas.microsoft.com/office/drawing/2014/main" id="{7BC1188F-8F8D-1881-CF3E-56E9A3C2BA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595" name="Google Shape;1595;g14072739ea5_12_0:notes">
            <a:extLst>
              <a:ext uri="{FF2B5EF4-FFF2-40B4-BE49-F238E27FC236}">
                <a16:creationId xmlns:a16="http://schemas.microsoft.com/office/drawing/2014/main" id="{D5E8555D-7C66-9489-B4EB-09DD899D50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9328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067" name="Google Shape;2067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649" name="Google Shape;1649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>
          <a:extLst>
            <a:ext uri="{FF2B5EF4-FFF2-40B4-BE49-F238E27FC236}">
              <a16:creationId xmlns:a16="http://schemas.microsoft.com/office/drawing/2014/main" id="{CA4E6200-84BC-A67A-FE26-61380036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14072739ea5_12_0:notes">
            <a:extLst>
              <a:ext uri="{FF2B5EF4-FFF2-40B4-BE49-F238E27FC236}">
                <a16:creationId xmlns:a16="http://schemas.microsoft.com/office/drawing/2014/main" id="{5182C35E-33E4-4EBD-C1E8-61E675386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595" name="Google Shape;1595;g14072739ea5_12_0:notes">
            <a:extLst>
              <a:ext uri="{FF2B5EF4-FFF2-40B4-BE49-F238E27FC236}">
                <a16:creationId xmlns:a16="http://schemas.microsoft.com/office/drawing/2014/main" id="{8BB96774-1E91-E9B9-D771-7E659A3CE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6074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7">
          <a:extLst>
            <a:ext uri="{FF2B5EF4-FFF2-40B4-BE49-F238E27FC236}">
              <a16:creationId xmlns:a16="http://schemas.microsoft.com/office/drawing/2014/main" id="{A28A0C29-92A6-5ADB-FE45-498A0665B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54dda1946d_6_322:notes">
            <a:extLst>
              <a:ext uri="{FF2B5EF4-FFF2-40B4-BE49-F238E27FC236}">
                <a16:creationId xmlns:a16="http://schemas.microsoft.com/office/drawing/2014/main" id="{A47D0E0F-9DA1-6DF4-7F85-1D863F79B7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649" name="Google Shape;1649;g54dda1946d_6_322:notes">
            <a:extLst>
              <a:ext uri="{FF2B5EF4-FFF2-40B4-BE49-F238E27FC236}">
                <a16:creationId xmlns:a16="http://schemas.microsoft.com/office/drawing/2014/main" id="{84D5CFDD-7495-B785-2022-4D6ABC8AB7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9604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881" name="Google Shape;1881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>
          <a:extLst>
            <a:ext uri="{FF2B5EF4-FFF2-40B4-BE49-F238E27FC236}">
              <a16:creationId xmlns:a16="http://schemas.microsoft.com/office/drawing/2014/main" id="{2969564F-CCDB-0B89-73B1-611DCE2D4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14072739ea5_12_0:notes">
            <a:extLst>
              <a:ext uri="{FF2B5EF4-FFF2-40B4-BE49-F238E27FC236}">
                <a16:creationId xmlns:a16="http://schemas.microsoft.com/office/drawing/2014/main" id="{813E66B3-25AD-AEAC-F7BA-852444F03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595" name="Google Shape;1595;g14072739ea5_12_0:notes">
            <a:extLst>
              <a:ext uri="{FF2B5EF4-FFF2-40B4-BE49-F238E27FC236}">
                <a16:creationId xmlns:a16="http://schemas.microsoft.com/office/drawing/2014/main" id="{0CD3A33B-27CB-1DEE-97DD-619122C9F5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346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>
          <a:extLst>
            <a:ext uri="{FF2B5EF4-FFF2-40B4-BE49-F238E27FC236}">
              <a16:creationId xmlns:a16="http://schemas.microsoft.com/office/drawing/2014/main" id="{550D5A72-3D33-9797-5241-46F4BF180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14072739ea5_12_0:notes">
            <a:extLst>
              <a:ext uri="{FF2B5EF4-FFF2-40B4-BE49-F238E27FC236}">
                <a16:creationId xmlns:a16="http://schemas.microsoft.com/office/drawing/2014/main" id="{1590FF19-2035-75B9-BFE3-F64E6C1A73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595" name="Google Shape;1595;g14072739ea5_12_0:notes">
            <a:extLst>
              <a:ext uri="{FF2B5EF4-FFF2-40B4-BE49-F238E27FC236}">
                <a16:creationId xmlns:a16="http://schemas.microsoft.com/office/drawing/2014/main" id="{3595952C-E08D-0B24-DE84-022FC6C415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0071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>
          <a:extLst>
            <a:ext uri="{FF2B5EF4-FFF2-40B4-BE49-F238E27FC236}">
              <a16:creationId xmlns:a16="http://schemas.microsoft.com/office/drawing/2014/main" id="{18FDAD4E-3192-BA1B-0BBD-240B4ADE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14072739ea5_12_0:notes">
            <a:extLst>
              <a:ext uri="{FF2B5EF4-FFF2-40B4-BE49-F238E27FC236}">
                <a16:creationId xmlns:a16="http://schemas.microsoft.com/office/drawing/2014/main" id="{7914D175-9054-0F44-B421-7698D7D1E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595" name="Google Shape;1595;g14072739ea5_12_0:notes">
            <a:extLst>
              <a:ext uri="{FF2B5EF4-FFF2-40B4-BE49-F238E27FC236}">
                <a16:creationId xmlns:a16="http://schemas.microsoft.com/office/drawing/2014/main" id="{1971D191-47C6-C691-4CBA-DCDCCFB37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916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925" name="Google Shape;1925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3">
          <a:extLst>
            <a:ext uri="{FF2B5EF4-FFF2-40B4-BE49-F238E27FC236}">
              <a16:creationId xmlns:a16="http://schemas.microsoft.com/office/drawing/2014/main" id="{D90FCD9A-3FDD-1DB0-C33F-9C6DA9866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54dda1946d_4_2738:notes">
            <a:extLst>
              <a:ext uri="{FF2B5EF4-FFF2-40B4-BE49-F238E27FC236}">
                <a16:creationId xmlns:a16="http://schemas.microsoft.com/office/drawing/2014/main" id="{DD846A42-82F1-1BBD-D3C7-D29501438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925" name="Google Shape;1925;g54dda1946d_4_2738:notes">
            <a:extLst>
              <a:ext uri="{FF2B5EF4-FFF2-40B4-BE49-F238E27FC236}">
                <a16:creationId xmlns:a16="http://schemas.microsoft.com/office/drawing/2014/main" id="{CDA3CBD0-7A5D-6BD8-D1C5-C58CF91544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8100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3">
          <a:extLst>
            <a:ext uri="{FF2B5EF4-FFF2-40B4-BE49-F238E27FC236}">
              <a16:creationId xmlns:a16="http://schemas.microsoft.com/office/drawing/2014/main" id="{894C7588-14FF-BEEF-BEBA-3892E9A9D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54dda1946d_4_2738:notes">
            <a:extLst>
              <a:ext uri="{FF2B5EF4-FFF2-40B4-BE49-F238E27FC236}">
                <a16:creationId xmlns:a16="http://schemas.microsoft.com/office/drawing/2014/main" id="{2144C54B-CA18-2B20-36F3-3F11B97B2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925" name="Google Shape;1925;g54dda1946d_4_2738:notes">
            <a:extLst>
              <a:ext uri="{FF2B5EF4-FFF2-40B4-BE49-F238E27FC236}">
                <a16:creationId xmlns:a16="http://schemas.microsoft.com/office/drawing/2014/main" id="{7793BED8-3970-7664-B683-E64838CA22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5931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3">
          <a:extLst>
            <a:ext uri="{FF2B5EF4-FFF2-40B4-BE49-F238E27FC236}">
              <a16:creationId xmlns:a16="http://schemas.microsoft.com/office/drawing/2014/main" id="{1842174F-8F89-E506-7B2A-8939ED5DF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54dda1946d_4_2738:notes">
            <a:extLst>
              <a:ext uri="{FF2B5EF4-FFF2-40B4-BE49-F238E27FC236}">
                <a16:creationId xmlns:a16="http://schemas.microsoft.com/office/drawing/2014/main" id="{1722B2B1-193A-E449-68E8-11AF9F36A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925" name="Google Shape;1925;g54dda1946d_4_2738:notes">
            <a:extLst>
              <a:ext uri="{FF2B5EF4-FFF2-40B4-BE49-F238E27FC236}">
                <a16:creationId xmlns:a16="http://schemas.microsoft.com/office/drawing/2014/main" id="{B4EB941A-F228-762F-785B-A49AC9A3F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59222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3">
          <a:extLst>
            <a:ext uri="{FF2B5EF4-FFF2-40B4-BE49-F238E27FC236}">
              <a16:creationId xmlns:a16="http://schemas.microsoft.com/office/drawing/2014/main" id="{54C7A0C3-06E2-054C-E11D-85A7CFDA6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54dda1946d_4_2738:notes">
            <a:extLst>
              <a:ext uri="{FF2B5EF4-FFF2-40B4-BE49-F238E27FC236}">
                <a16:creationId xmlns:a16="http://schemas.microsoft.com/office/drawing/2014/main" id="{BD60E55A-A65D-6973-BDD3-54EF9A8193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925" name="Google Shape;1925;g54dda1946d_4_2738:notes">
            <a:extLst>
              <a:ext uri="{FF2B5EF4-FFF2-40B4-BE49-F238E27FC236}">
                <a16:creationId xmlns:a16="http://schemas.microsoft.com/office/drawing/2014/main" id="{009F5B09-757F-232B-16E9-3BB10BC6CC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27245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3">
          <a:extLst>
            <a:ext uri="{FF2B5EF4-FFF2-40B4-BE49-F238E27FC236}">
              <a16:creationId xmlns:a16="http://schemas.microsoft.com/office/drawing/2014/main" id="{49F6BD62-333C-F3AB-EDCF-F8DE8D40D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54dda1946d_4_2738:notes">
            <a:extLst>
              <a:ext uri="{FF2B5EF4-FFF2-40B4-BE49-F238E27FC236}">
                <a16:creationId xmlns:a16="http://schemas.microsoft.com/office/drawing/2014/main" id="{8AB099C7-F6B1-327E-AFC2-D5ACBAB74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925" name="Google Shape;1925;g54dda1946d_4_2738:notes">
            <a:extLst>
              <a:ext uri="{FF2B5EF4-FFF2-40B4-BE49-F238E27FC236}">
                <a16:creationId xmlns:a16="http://schemas.microsoft.com/office/drawing/2014/main" id="{13D79E6A-1384-3818-8039-04623177E0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2353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3">
          <a:extLst>
            <a:ext uri="{FF2B5EF4-FFF2-40B4-BE49-F238E27FC236}">
              <a16:creationId xmlns:a16="http://schemas.microsoft.com/office/drawing/2014/main" id="{84D905A0-2449-69A9-526C-8D73C105F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54dda1946d_4_2738:notes">
            <a:extLst>
              <a:ext uri="{FF2B5EF4-FFF2-40B4-BE49-F238E27FC236}">
                <a16:creationId xmlns:a16="http://schemas.microsoft.com/office/drawing/2014/main" id="{B6AD4777-3512-A66F-6EA1-80E931323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925" name="Google Shape;1925;g54dda1946d_4_2738:notes">
            <a:extLst>
              <a:ext uri="{FF2B5EF4-FFF2-40B4-BE49-F238E27FC236}">
                <a16:creationId xmlns:a16="http://schemas.microsoft.com/office/drawing/2014/main" id="{7142FD7F-66EA-3378-1CA5-0884DB4CCF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1097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5" name="Google Shape;146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>
          <a:extLst>
            <a:ext uri="{FF2B5EF4-FFF2-40B4-BE49-F238E27FC236}">
              <a16:creationId xmlns:a16="http://schemas.microsoft.com/office/drawing/2014/main" id="{FE0080D9-8497-2EC9-17F1-7FAD11FFF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d431007ba2_0_215:notes">
            <a:extLst>
              <a:ext uri="{FF2B5EF4-FFF2-40B4-BE49-F238E27FC236}">
                <a16:creationId xmlns:a16="http://schemas.microsoft.com/office/drawing/2014/main" id="{A171FD3C-0062-AEA1-72ED-5016ABC6E7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5" name="Google Shape;1465;gd431007ba2_0_215:notes">
            <a:extLst>
              <a:ext uri="{FF2B5EF4-FFF2-40B4-BE49-F238E27FC236}">
                <a16:creationId xmlns:a16="http://schemas.microsoft.com/office/drawing/2014/main" id="{F535EA9E-38E2-DE4A-D4C7-C66001E2B2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98396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>
          <a:extLst>
            <a:ext uri="{FF2B5EF4-FFF2-40B4-BE49-F238E27FC236}">
              <a16:creationId xmlns:a16="http://schemas.microsoft.com/office/drawing/2014/main" id="{CF7E60B3-E068-188E-F292-F4F6F08C6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d431007ba2_0_215:notes">
            <a:extLst>
              <a:ext uri="{FF2B5EF4-FFF2-40B4-BE49-F238E27FC236}">
                <a16:creationId xmlns:a16="http://schemas.microsoft.com/office/drawing/2014/main" id="{4C7B7E84-4785-0C0C-FF21-B4C2B21930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5" name="Google Shape;1465;gd431007ba2_0_215:notes">
            <a:extLst>
              <a:ext uri="{FF2B5EF4-FFF2-40B4-BE49-F238E27FC236}">
                <a16:creationId xmlns:a16="http://schemas.microsoft.com/office/drawing/2014/main" id="{FF85A5FE-9A0E-7D82-65A4-C45738E1A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36508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>
          <a:extLst>
            <a:ext uri="{FF2B5EF4-FFF2-40B4-BE49-F238E27FC236}">
              <a16:creationId xmlns:a16="http://schemas.microsoft.com/office/drawing/2014/main" id="{E29F9BC8-961D-1D95-D8D5-FBF74B977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d431007ba2_0_215:notes">
            <a:extLst>
              <a:ext uri="{FF2B5EF4-FFF2-40B4-BE49-F238E27FC236}">
                <a16:creationId xmlns:a16="http://schemas.microsoft.com/office/drawing/2014/main" id="{14213B12-38B6-9E57-2735-21FF6C0619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5" name="Google Shape;1465;gd431007ba2_0_215:notes">
            <a:extLst>
              <a:ext uri="{FF2B5EF4-FFF2-40B4-BE49-F238E27FC236}">
                <a16:creationId xmlns:a16="http://schemas.microsoft.com/office/drawing/2014/main" id="{51D8F254-4E5F-DC03-FEEE-2AD4E98896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27999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>
          <a:extLst>
            <a:ext uri="{FF2B5EF4-FFF2-40B4-BE49-F238E27FC236}">
              <a16:creationId xmlns:a16="http://schemas.microsoft.com/office/drawing/2014/main" id="{C031C108-7801-9F96-7A3C-6B87719CB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d431007ba2_0_215:notes">
            <a:extLst>
              <a:ext uri="{FF2B5EF4-FFF2-40B4-BE49-F238E27FC236}">
                <a16:creationId xmlns:a16="http://schemas.microsoft.com/office/drawing/2014/main" id="{B4DBF39F-7FE6-F4B9-67DC-234017AF45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5" name="Google Shape;1465;gd431007ba2_0_215:notes">
            <a:extLst>
              <a:ext uri="{FF2B5EF4-FFF2-40B4-BE49-F238E27FC236}">
                <a16:creationId xmlns:a16="http://schemas.microsoft.com/office/drawing/2014/main" id="{073ACFFC-FC2C-6B77-A4DD-883564D08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32174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837" name="Google Shape;1837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>
          <a:extLst>
            <a:ext uri="{FF2B5EF4-FFF2-40B4-BE49-F238E27FC236}">
              <a16:creationId xmlns:a16="http://schemas.microsoft.com/office/drawing/2014/main" id="{F5E48B28-5233-4033-D87D-DA3E02F89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d431007ba2_0_215:notes">
            <a:extLst>
              <a:ext uri="{FF2B5EF4-FFF2-40B4-BE49-F238E27FC236}">
                <a16:creationId xmlns:a16="http://schemas.microsoft.com/office/drawing/2014/main" id="{57D6EA2B-DEC6-003D-C641-8CE7973108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5" name="Google Shape;1465;gd431007ba2_0_215:notes">
            <a:extLst>
              <a:ext uri="{FF2B5EF4-FFF2-40B4-BE49-F238E27FC236}">
                <a16:creationId xmlns:a16="http://schemas.microsoft.com/office/drawing/2014/main" id="{665ED24B-0B2C-E514-813B-480AC5FCB8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94140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>
          <a:extLst>
            <a:ext uri="{FF2B5EF4-FFF2-40B4-BE49-F238E27FC236}">
              <a16:creationId xmlns:a16="http://schemas.microsoft.com/office/drawing/2014/main" id="{DE7EE1F0-83A2-12AC-2816-FEB315D04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d431007ba2_0_215:notes">
            <a:extLst>
              <a:ext uri="{FF2B5EF4-FFF2-40B4-BE49-F238E27FC236}">
                <a16:creationId xmlns:a16="http://schemas.microsoft.com/office/drawing/2014/main" id="{D878ABBE-46F4-2BAE-4A5A-78F651D5A1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465" name="Google Shape;1465;gd431007ba2_0_215:notes">
            <a:extLst>
              <a:ext uri="{FF2B5EF4-FFF2-40B4-BE49-F238E27FC236}">
                <a16:creationId xmlns:a16="http://schemas.microsoft.com/office/drawing/2014/main" id="{ACC937A4-B8F3-A081-FB26-C9A7A1F0A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8274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545" name="Google Shape;1545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gd5260bdd8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385" name="Google Shape;2385;gd5260bdd8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3">
          <a:extLst>
            <a:ext uri="{FF2B5EF4-FFF2-40B4-BE49-F238E27FC236}">
              <a16:creationId xmlns:a16="http://schemas.microsoft.com/office/drawing/2014/main" id="{C08CB6B4-9B85-D2BA-0B6E-8C2A678D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gd5260bdd85_0_313:notes">
            <a:extLst>
              <a:ext uri="{FF2B5EF4-FFF2-40B4-BE49-F238E27FC236}">
                <a16:creationId xmlns:a16="http://schemas.microsoft.com/office/drawing/2014/main" id="{F1C3C724-8AC7-0C7E-E559-AC4E015F3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385" name="Google Shape;2385;gd5260bdd85_0_313:notes">
            <a:extLst>
              <a:ext uri="{FF2B5EF4-FFF2-40B4-BE49-F238E27FC236}">
                <a16:creationId xmlns:a16="http://schemas.microsoft.com/office/drawing/2014/main" id="{C74999B2-E31B-B765-606A-EABA10DF3F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75374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3">
          <a:extLst>
            <a:ext uri="{FF2B5EF4-FFF2-40B4-BE49-F238E27FC236}">
              <a16:creationId xmlns:a16="http://schemas.microsoft.com/office/drawing/2014/main" id="{08225189-9525-9F3E-C204-2FED154F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gd5260bdd85_0_313:notes">
            <a:extLst>
              <a:ext uri="{FF2B5EF4-FFF2-40B4-BE49-F238E27FC236}">
                <a16:creationId xmlns:a16="http://schemas.microsoft.com/office/drawing/2014/main" id="{ABF5CEF0-7B39-EA36-9955-6A0309CE0D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385" name="Google Shape;2385;gd5260bdd85_0_313:notes">
            <a:extLst>
              <a:ext uri="{FF2B5EF4-FFF2-40B4-BE49-F238E27FC236}">
                <a16:creationId xmlns:a16="http://schemas.microsoft.com/office/drawing/2014/main" id="{DF0A09A2-AA11-B236-7DEA-E234B6AFB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99578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3">
          <a:extLst>
            <a:ext uri="{FF2B5EF4-FFF2-40B4-BE49-F238E27FC236}">
              <a16:creationId xmlns:a16="http://schemas.microsoft.com/office/drawing/2014/main" id="{B6785E6E-D665-D277-D9D5-AEF026C1F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gd5260bdd85_0_313:notes">
            <a:extLst>
              <a:ext uri="{FF2B5EF4-FFF2-40B4-BE49-F238E27FC236}">
                <a16:creationId xmlns:a16="http://schemas.microsoft.com/office/drawing/2014/main" id="{D1A7030C-B56E-FBD3-608C-7A30C55DFB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385" name="Google Shape;2385;gd5260bdd85_0_313:notes">
            <a:extLst>
              <a:ext uri="{FF2B5EF4-FFF2-40B4-BE49-F238E27FC236}">
                <a16:creationId xmlns:a16="http://schemas.microsoft.com/office/drawing/2014/main" id="{D329EAAB-C6D0-028D-455F-9E5B2D9DF4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02160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3">
          <a:extLst>
            <a:ext uri="{FF2B5EF4-FFF2-40B4-BE49-F238E27FC236}">
              <a16:creationId xmlns:a16="http://schemas.microsoft.com/office/drawing/2014/main" id="{830E4D6A-A48D-DB42-FECD-BDFCB823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gd5260bdd85_0_313:notes">
            <a:extLst>
              <a:ext uri="{FF2B5EF4-FFF2-40B4-BE49-F238E27FC236}">
                <a16:creationId xmlns:a16="http://schemas.microsoft.com/office/drawing/2014/main" id="{96864CCB-83ED-8F26-CA4F-DA582F6032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385" name="Google Shape;2385;gd5260bdd85_0_313:notes">
            <a:extLst>
              <a:ext uri="{FF2B5EF4-FFF2-40B4-BE49-F238E27FC236}">
                <a16:creationId xmlns:a16="http://schemas.microsoft.com/office/drawing/2014/main" id="{683CD4FA-A1BE-274C-1B67-FCDB078FF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3088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659" name="Google Shape;2659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2" name="Google Shape;12;p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" name="Google Shape;13;p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" name="Google Shape;14;p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2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2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5" name="Google Shape;25;p2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26" name="Google Shape;26;p2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27" name="Google Shape;27;p2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28" name="Google Shape;28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9" name="Google Shape;29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0" name="Google Shape;30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1" name="Google Shape;31;p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32" name="Google Shape;32;p2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33" name="Google Shape;33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4" name="Google Shape;34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5" name="Google Shape;35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6" name="Google Shape;36;p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37" name="Google Shape;37;p2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38" name="Google Shape;38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9" name="Google Shape;39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0" name="Google Shape;40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41" name="Google Shape;41;p2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42" name="Google Shape;42;p2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43" name="Google Shape;43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4" name="Google Shape;44;p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45" name="Google Shape;45;p2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46" name="Google Shape;46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7" name="Google Shape;47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8" name="Google Shape;48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9" name="Google Shape;49;p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50" name="Google Shape;50;p2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51" name="Google Shape;51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2" name="Google Shape;52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3" name="Google Shape;53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713225" y="820500"/>
            <a:ext cx="4035600" cy="274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713225" y="3808525"/>
            <a:ext cx="4035600" cy="33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7" y="167200"/>
            <a:ext cx="8952587" cy="4867172"/>
            <a:chOff x="-7" y="167200"/>
            <a:chExt cx="8952587" cy="4867172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7519182" y="4467918"/>
              <a:ext cx="1433398" cy="566454"/>
              <a:chOff x="7519182" y="4467918"/>
              <a:chExt cx="1433398" cy="566454"/>
            </a:xfrm>
          </p:grpSpPr>
          <p:sp>
            <p:nvSpPr>
              <p:cNvPr id="58" name="Google Shape;58;p2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avLst/>
                <a:gdLst/>
                <a:ahLst/>
                <a:cxnLst/>
                <a:rect l="l" t="t" r="r" b="b"/>
                <a:pathLst>
                  <a:path w="2107" h="2106" extrusionOk="0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7519182" y="4467918"/>
                <a:ext cx="1074296" cy="175676"/>
              </a:xfrm>
              <a:custGeom>
                <a:avLst/>
                <a:gdLst/>
                <a:ahLst/>
                <a:cxnLst/>
                <a:rect l="l" t="t" r="r" b="b"/>
                <a:pathLst>
                  <a:path w="6292" h="1029" extrusionOk="0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-7" y="167200"/>
              <a:ext cx="1266969" cy="226225"/>
              <a:chOff x="-7" y="167200"/>
              <a:chExt cx="1266969" cy="226225"/>
            </a:xfrm>
          </p:grpSpPr>
          <p:sp>
            <p:nvSpPr>
              <p:cNvPr id="61" name="Google Shape;61;p2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51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276" extrusionOk="0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3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65" name="Google Shape;65;p3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66" name="Google Shape;66;p3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67" name="Google Shape;67;p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3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1" name="Google Shape;71;p3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72" name="Google Shape;72;p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3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76" name="Google Shape;76;p3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77" name="Google Shape;77;p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80" name="Google Shape;80;p3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81" name="Google Shape;81;p3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82" name="Google Shape;82;p3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83" name="Google Shape;83;p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84" name="Google Shape;84;p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85" name="Google Shape;85;p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86" name="Google Shape;86;p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87" name="Google Shape;87;p3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88" name="Google Shape;88;p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89" name="Google Shape;89;p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0" name="Google Shape;90;p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1" name="Google Shape;91;p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92" name="Google Shape;92;p3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93" name="Google Shape;93;p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4" name="Google Shape;94;p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5" name="Google Shape;95;p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96" name="Google Shape;96;p3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97" name="Google Shape;97;p3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98" name="Google Shape;98;p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9" name="Google Shape;99;p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0" name="Google Shape;100;p3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01" name="Google Shape;101;p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" name="Google Shape;102;p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3" name="Google Shape;103;p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4" name="Google Shape;104;p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5" name="Google Shape;105;p3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06" name="Google Shape;106;p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7" name="Google Shape;107;p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8" name="Google Shape;108;p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4178250" y="2448225"/>
            <a:ext cx="40323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title" idx="2" hasCustomPrompt="1"/>
          </p:nvPr>
        </p:nvSpPr>
        <p:spPr>
          <a:xfrm>
            <a:off x="5453300" y="1423663"/>
            <a:ext cx="1482300" cy="770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1" name="Google Shape;111;p3"/>
          <p:cNvSpPr txBox="1">
            <a:spLocks noGrp="1"/>
          </p:cNvSpPr>
          <p:nvPr>
            <p:ph type="subTitle" idx="1"/>
          </p:nvPr>
        </p:nvSpPr>
        <p:spPr>
          <a:xfrm>
            <a:off x="4178250" y="3344850"/>
            <a:ext cx="4032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2" name="Google Shape;112;p3"/>
          <p:cNvGrpSpPr/>
          <p:nvPr/>
        </p:nvGrpSpPr>
        <p:grpSpPr>
          <a:xfrm>
            <a:off x="173907" y="92498"/>
            <a:ext cx="8795602" cy="4945088"/>
            <a:chOff x="173907" y="92498"/>
            <a:chExt cx="8795602" cy="4945088"/>
          </a:xfrm>
        </p:grpSpPr>
        <p:grpSp>
          <p:nvGrpSpPr>
            <p:cNvPr id="113" name="Google Shape;113;p3"/>
            <p:cNvGrpSpPr/>
            <p:nvPr/>
          </p:nvGrpSpPr>
          <p:grpSpPr>
            <a:xfrm>
              <a:off x="8918459" y="243592"/>
              <a:ext cx="51049" cy="774142"/>
              <a:chOff x="8211712" y="2037146"/>
              <a:chExt cx="34742" cy="526950"/>
            </a:xfrm>
          </p:grpSpPr>
          <p:sp>
            <p:nvSpPr>
              <p:cNvPr id="114" name="Google Shape;114;p3"/>
              <p:cNvSpPr/>
              <p:nvPr/>
            </p:nvSpPr>
            <p:spPr>
              <a:xfrm>
                <a:off x="8211712" y="2037146"/>
                <a:ext cx="34742" cy="5448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52" extrusionOk="0">
                    <a:moveTo>
                      <a:pt x="1" y="0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3"/>
              <p:cNvSpPr/>
              <p:nvPr/>
            </p:nvSpPr>
            <p:spPr>
              <a:xfrm>
                <a:off x="8211712" y="2116302"/>
                <a:ext cx="34742" cy="5448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52" extrusionOk="0">
                    <a:moveTo>
                      <a:pt x="1" y="0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8211712" y="2195458"/>
                <a:ext cx="34742" cy="5448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52" extrusionOk="0">
                    <a:moveTo>
                      <a:pt x="1" y="1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3"/>
              <p:cNvSpPr/>
              <p:nvPr/>
            </p:nvSpPr>
            <p:spPr>
              <a:xfrm>
                <a:off x="8211712" y="2274614"/>
                <a:ext cx="34742" cy="5448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52" extrusionOk="0">
                    <a:moveTo>
                      <a:pt x="1" y="1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>
                <a:off x="8211712" y="2353770"/>
                <a:ext cx="34742" cy="52014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27" extrusionOk="0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>
                <a:off x="8211712" y="2432927"/>
                <a:ext cx="34742" cy="52014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27" extrusionOk="0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8211712" y="2512083"/>
                <a:ext cx="34742" cy="52014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27" extrusionOk="0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" name="Google Shape;121;p3"/>
            <p:cNvGrpSpPr/>
            <p:nvPr/>
          </p:nvGrpSpPr>
          <p:grpSpPr>
            <a:xfrm>
              <a:off x="173907" y="4750539"/>
              <a:ext cx="291257" cy="287046"/>
              <a:chOff x="5456048" y="1794743"/>
              <a:chExt cx="178248" cy="175682"/>
            </a:xfrm>
          </p:grpSpPr>
          <p:sp>
            <p:nvSpPr>
              <p:cNvPr id="122" name="Google Shape;122;p3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1780" extrusionOk="0">
                    <a:moveTo>
                      <a:pt x="277" y="0"/>
                    </a:moveTo>
                    <a:lnTo>
                      <a:pt x="1" y="276"/>
                    </a:lnTo>
                    <a:lnTo>
                      <a:pt x="1530" y="1780"/>
                    </a:lnTo>
                    <a:lnTo>
                      <a:pt x="1805" y="1504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1780" extrusionOk="0">
                    <a:moveTo>
                      <a:pt x="1505" y="0"/>
                    </a:moveTo>
                    <a:lnTo>
                      <a:pt x="1" y="1504"/>
                    </a:lnTo>
                    <a:lnTo>
                      <a:pt x="302" y="1780"/>
                    </a:lnTo>
                    <a:lnTo>
                      <a:pt x="1805" y="276"/>
                    </a:lnTo>
                    <a:lnTo>
                      <a:pt x="15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4" name="Google Shape;124;p3"/>
            <p:cNvSpPr/>
            <p:nvPr/>
          </p:nvSpPr>
          <p:spPr>
            <a:xfrm rot="-123321">
              <a:off x="7897400" y="4768750"/>
              <a:ext cx="1018402" cy="166548"/>
            </a:xfrm>
            <a:custGeom>
              <a:avLst/>
              <a:gdLst/>
              <a:ahLst/>
              <a:cxnLst/>
              <a:rect l="l" t="t" r="r" b="b"/>
              <a:pathLst>
                <a:path w="6292" h="1029" extrusionOk="0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8639763" y="92498"/>
              <a:ext cx="207956" cy="207857"/>
            </a:xfrm>
            <a:custGeom>
              <a:avLst/>
              <a:gdLst/>
              <a:ahLst/>
              <a:cxnLst/>
              <a:rect l="l" t="t" r="r" b="b"/>
              <a:pathLst>
                <a:path w="2107" h="2106" extrusionOk="0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5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81" name="Google Shape;181;p5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82" name="Google Shape;182;p5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83" name="Google Shape;183;p5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5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5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5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7" name="Google Shape;187;p5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88" name="Google Shape;188;p5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" name="Google Shape;189;p5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" name="Google Shape;190;p5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" name="Google Shape;191;p5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193" name="Google Shape;193;p5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" name="Google Shape;194;p5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" name="Google Shape;195;p5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6" name="Google Shape;196;p5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197" name="Google Shape;197;p5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198" name="Google Shape;198;p5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99" name="Google Shape;199;p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00" name="Google Shape;200;p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01" name="Google Shape;201;p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02" name="Google Shape;202;p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203" name="Google Shape;203;p5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204" name="Google Shape;204;p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05" name="Google Shape;205;p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06" name="Google Shape;206;p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07" name="Google Shape;207;p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208" name="Google Shape;208;p5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209" name="Google Shape;209;p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10" name="Google Shape;210;p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11" name="Google Shape;211;p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212" name="Google Shape;212;p5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213" name="Google Shape;213;p5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214" name="Google Shape;214;p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15" name="Google Shape;215;p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216" name="Google Shape;216;p5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217" name="Google Shape;217;p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18" name="Google Shape;218;p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19" name="Google Shape;219;p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0" name="Google Shape;220;p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222" name="Google Shape;222;p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3" name="Google Shape;223;p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24" name="Google Shape;224;p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grpSp>
        <p:nvGrpSpPr>
          <p:cNvPr id="225" name="Google Shape;225;p5"/>
          <p:cNvGrpSpPr/>
          <p:nvPr/>
        </p:nvGrpSpPr>
        <p:grpSpPr>
          <a:xfrm>
            <a:off x="-7" y="167200"/>
            <a:ext cx="8952587" cy="4867172"/>
            <a:chOff x="-7" y="167200"/>
            <a:chExt cx="8952587" cy="4867172"/>
          </a:xfrm>
        </p:grpSpPr>
        <p:grpSp>
          <p:nvGrpSpPr>
            <p:cNvPr id="226" name="Google Shape;226;p5"/>
            <p:cNvGrpSpPr/>
            <p:nvPr/>
          </p:nvGrpSpPr>
          <p:grpSpPr>
            <a:xfrm>
              <a:off x="7519182" y="4467918"/>
              <a:ext cx="1433398" cy="566454"/>
              <a:chOff x="7519182" y="4467918"/>
              <a:chExt cx="1433398" cy="566454"/>
            </a:xfrm>
          </p:grpSpPr>
          <p:sp>
            <p:nvSpPr>
              <p:cNvPr id="227" name="Google Shape;227;p5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avLst/>
                <a:gdLst/>
                <a:ahLst/>
                <a:cxnLst/>
                <a:rect l="l" t="t" r="r" b="b"/>
                <a:pathLst>
                  <a:path w="2107" h="2106" extrusionOk="0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5"/>
              <p:cNvSpPr/>
              <p:nvPr/>
            </p:nvSpPr>
            <p:spPr>
              <a:xfrm>
                <a:off x="7519182" y="4467918"/>
                <a:ext cx="1074296" cy="175676"/>
              </a:xfrm>
              <a:custGeom>
                <a:avLst/>
                <a:gdLst/>
                <a:ahLst/>
                <a:cxnLst/>
                <a:rect l="l" t="t" r="r" b="b"/>
                <a:pathLst>
                  <a:path w="6292" h="1029" extrusionOk="0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" name="Google Shape;229;p5"/>
            <p:cNvGrpSpPr/>
            <p:nvPr/>
          </p:nvGrpSpPr>
          <p:grpSpPr>
            <a:xfrm>
              <a:off x="-7" y="167200"/>
              <a:ext cx="1266969" cy="226225"/>
              <a:chOff x="-7" y="167200"/>
              <a:chExt cx="1266969" cy="226225"/>
            </a:xfrm>
          </p:grpSpPr>
          <p:sp>
            <p:nvSpPr>
              <p:cNvPr id="230" name="Google Shape;230;p5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51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276" extrusionOk="0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2" name="Google Shape;23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5"/>
          <p:cNvSpPr txBox="1">
            <a:spLocks noGrp="1"/>
          </p:cNvSpPr>
          <p:nvPr>
            <p:ph type="subTitle" idx="1"/>
          </p:nvPr>
        </p:nvSpPr>
        <p:spPr>
          <a:xfrm>
            <a:off x="5055284" y="37714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4" name="Google Shape;234;p5"/>
          <p:cNvSpPr txBox="1">
            <a:spLocks noGrp="1"/>
          </p:cNvSpPr>
          <p:nvPr>
            <p:ph type="subTitle" idx="2"/>
          </p:nvPr>
        </p:nvSpPr>
        <p:spPr>
          <a:xfrm>
            <a:off x="1583300" y="37714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5" name="Google Shape;235;p5"/>
          <p:cNvSpPr txBox="1">
            <a:spLocks noGrp="1"/>
          </p:cNvSpPr>
          <p:nvPr>
            <p:ph type="subTitle" idx="3"/>
          </p:nvPr>
        </p:nvSpPr>
        <p:spPr>
          <a:xfrm>
            <a:off x="5055275" y="32749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236" name="Google Shape;236;p5"/>
          <p:cNvSpPr txBox="1">
            <a:spLocks noGrp="1"/>
          </p:cNvSpPr>
          <p:nvPr>
            <p:ph type="subTitle" idx="4"/>
          </p:nvPr>
        </p:nvSpPr>
        <p:spPr>
          <a:xfrm>
            <a:off x="1583075" y="32749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7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300" name="Google Shape;300;p7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301" name="Google Shape;301;p7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302" name="Google Shape;302;p7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3" name="Google Shape;303;p7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4" name="Google Shape;304;p7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7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6" name="Google Shape;306;p7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307" name="Google Shape;307;p7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8" name="Google Shape;308;p7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7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0" name="Google Shape;310;p7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11" name="Google Shape;311;p7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312" name="Google Shape;312;p7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3" name="Google Shape;313;p7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4" name="Google Shape;314;p7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15" name="Google Shape;315;p7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316" name="Google Shape;316;p7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317" name="Google Shape;317;p7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318" name="Google Shape;318;p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19" name="Google Shape;319;p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20" name="Google Shape;320;p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21" name="Google Shape;321;p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322" name="Google Shape;322;p7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323" name="Google Shape;323;p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24" name="Google Shape;324;p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25" name="Google Shape;325;p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26" name="Google Shape;326;p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327" name="Google Shape;327;p7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328" name="Google Shape;328;p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29" name="Google Shape;329;p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30" name="Google Shape;330;p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331" name="Google Shape;331;p7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332" name="Google Shape;332;p7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333" name="Google Shape;333;p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34" name="Google Shape;334;p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335" name="Google Shape;335;p7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336" name="Google Shape;336;p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37" name="Google Shape;337;p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38" name="Google Shape;338;p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39" name="Google Shape;339;p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340" name="Google Shape;340;p7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341" name="Google Shape;341;p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42" name="Google Shape;342;p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43" name="Google Shape;343;p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sp>
        <p:nvSpPr>
          <p:cNvPr id="344" name="Google Shape;34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3916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46" name="Google Shape;346;p7"/>
          <p:cNvGrpSpPr/>
          <p:nvPr/>
        </p:nvGrpSpPr>
        <p:grpSpPr>
          <a:xfrm>
            <a:off x="-7" y="167200"/>
            <a:ext cx="8952587" cy="4867172"/>
            <a:chOff x="-7" y="167200"/>
            <a:chExt cx="8952587" cy="4867172"/>
          </a:xfrm>
        </p:grpSpPr>
        <p:grpSp>
          <p:nvGrpSpPr>
            <p:cNvPr id="347" name="Google Shape;347;p7"/>
            <p:cNvGrpSpPr/>
            <p:nvPr/>
          </p:nvGrpSpPr>
          <p:grpSpPr>
            <a:xfrm>
              <a:off x="-7" y="167200"/>
              <a:ext cx="1266969" cy="226225"/>
              <a:chOff x="-7" y="167200"/>
              <a:chExt cx="1266969" cy="226225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51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7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276" extrusionOk="0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0" name="Google Shape;350;p7"/>
            <p:cNvGrpSpPr/>
            <p:nvPr/>
          </p:nvGrpSpPr>
          <p:grpSpPr>
            <a:xfrm>
              <a:off x="7519182" y="4467918"/>
              <a:ext cx="1433398" cy="566454"/>
              <a:chOff x="7519182" y="4467918"/>
              <a:chExt cx="1433398" cy="566454"/>
            </a:xfrm>
          </p:grpSpPr>
          <p:sp>
            <p:nvSpPr>
              <p:cNvPr id="351" name="Google Shape;351;p7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avLst/>
                <a:gdLst/>
                <a:ahLst/>
                <a:cxnLst/>
                <a:rect l="l" t="t" r="r" b="b"/>
                <a:pathLst>
                  <a:path w="2107" h="2106" extrusionOk="0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7"/>
              <p:cNvSpPr/>
              <p:nvPr/>
            </p:nvSpPr>
            <p:spPr>
              <a:xfrm>
                <a:off x="7519182" y="4467918"/>
                <a:ext cx="1074296" cy="175676"/>
              </a:xfrm>
              <a:custGeom>
                <a:avLst/>
                <a:gdLst/>
                <a:ahLst/>
                <a:cxnLst/>
                <a:rect l="l" t="t" r="r" b="b"/>
                <a:pathLst>
                  <a:path w="6292" h="1029" extrusionOk="0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13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530" name="Google Shape;530;p13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531" name="Google Shape;531;p13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532" name="Google Shape;532;p1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3" name="Google Shape;533;p1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4" name="Google Shape;534;p1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5" name="Google Shape;535;p13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36" name="Google Shape;536;p13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537" name="Google Shape;537;p1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8" name="Google Shape;538;p1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9" name="Google Shape;539;p1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0" name="Google Shape;540;p13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41" name="Google Shape;541;p13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542" name="Google Shape;542;p1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3" name="Google Shape;543;p1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4" name="Google Shape;544;p1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45" name="Google Shape;545;p13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546" name="Google Shape;546;p13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547" name="Google Shape;547;p13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548" name="Google Shape;548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49" name="Google Shape;549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0" name="Google Shape;550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1" name="Google Shape;551;p1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552" name="Google Shape;552;p13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553" name="Google Shape;553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4" name="Google Shape;554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5" name="Google Shape;555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6" name="Google Shape;556;p1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558" name="Google Shape;558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9" name="Google Shape;559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60" name="Google Shape;560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561" name="Google Shape;561;p13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562" name="Google Shape;562;p13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563" name="Google Shape;563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64" name="Google Shape;564;p1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565" name="Google Shape;565;p13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566" name="Google Shape;566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67" name="Google Shape;567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68" name="Google Shape;568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69" name="Google Shape;569;p1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570" name="Google Shape;570;p13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571" name="Google Shape;571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72" name="Google Shape;572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73" name="Google Shape;573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sp>
        <p:nvSpPr>
          <p:cNvPr id="574" name="Google Shape;574;p13"/>
          <p:cNvSpPr txBox="1">
            <a:spLocks noGrp="1"/>
          </p:cNvSpPr>
          <p:nvPr>
            <p:ph type="subTitle" idx="1"/>
          </p:nvPr>
        </p:nvSpPr>
        <p:spPr>
          <a:xfrm>
            <a:off x="1454699" y="1727500"/>
            <a:ext cx="289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575" name="Google Shape;57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13"/>
          <p:cNvSpPr txBox="1">
            <a:spLocks noGrp="1"/>
          </p:cNvSpPr>
          <p:nvPr>
            <p:ph type="subTitle" idx="2"/>
          </p:nvPr>
        </p:nvSpPr>
        <p:spPr>
          <a:xfrm>
            <a:off x="713225" y="2181950"/>
            <a:ext cx="36330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1727495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8" name="Google Shape;578;p13"/>
          <p:cNvSpPr txBox="1">
            <a:spLocks noGrp="1"/>
          </p:cNvSpPr>
          <p:nvPr>
            <p:ph type="subTitle" idx="4"/>
          </p:nvPr>
        </p:nvSpPr>
        <p:spPr>
          <a:xfrm>
            <a:off x="5532475" y="1727500"/>
            <a:ext cx="289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579" name="Google Shape;579;p13"/>
          <p:cNvSpPr txBox="1">
            <a:spLocks noGrp="1"/>
          </p:cNvSpPr>
          <p:nvPr>
            <p:ph type="subTitle" idx="5"/>
          </p:nvPr>
        </p:nvSpPr>
        <p:spPr>
          <a:xfrm>
            <a:off x="4791000" y="2181950"/>
            <a:ext cx="36330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p13"/>
          <p:cNvSpPr txBox="1">
            <a:spLocks noGrp="1"/>
          </p:cNvSpPr>
          <p:nvPr>
            <p:ph type="title" idx="6" hasCustomPrompt="1"/>
          </p:nvPr>
        </p:nvSpPr>
        <p:spPr>
          <a:xfrm>
            <a:off x="4797775" y="1727495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1" name="Google Shape;581;p13"/>
          <p:cNvSpPr txBox="1">
            <a:spLocks noGrp="1"/>
          </p:cNvSpPr>
          <p:nvPr>
            <p:ph type="subTitle" idx="7"/>
          </p:nvPr>
        </p:nvSpPr>
        <p:spPr>
          <a:xfrm>
            <a:off x="1454699" y="3202550"/>
            <a:ext cx="289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582" name="Google Shape;582;p13"/>
          <p:cNvSpPr txBox="1">
            <a:spLocks noGrp="1"/>
          </p:cNvSpPr>
          <p:nvPr>
            <p:ph type="subTitle" idx="8"/>
          </p:nvPr>
        </p:nvSpPr>
        <p:spPr>
          <a:xfrm>
            <a:off x="713225" y="3657000"/>
            <a:ext cx="36330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3" name="Google Shape;583;p13"/>
          <p:cNvSpPr txBox="1">
            <a:spLocks noGrp="1"/>
          </p:cNvSpPr>
          <p:nvPr>
            <p:ph type="title" idx="9" hasCustomPrompt="1"/>
          </p:nvPr>
        </p:nvSpPr>
        <p:spPr>
          <a:xfrm>
            <a:off x="720000" y="3202545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4" name="Google Shape;584;p13"/>
          <p:cNvSpPr txBox="1">
            <a:spLocks noGrp="1"/>
          </p:cNvSpPr>
          <p:nvPr>
            <p:ph type="subTitle" idx="13"/>
          </p:nvPr>
        </p:nvSpPr>
        <p:spPr>
          <a:xfrm>
            <a:off x="5532475" y="3202550"/>
            <a:ext cx="289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585" name="Google Shape;585;p13"/>
          <p:cNvSpPr txBox="1">
            <a:spLocks noGrp="1"/>
          </p:cNvSpPr>
          <p:nvPr>
            <p:ph type="subTitle" idx="14"/>
          </p:nvPr>
        </p:nvSpPr>
        <p:spPr>
          <a:xfrm>
            <a:off x="4791000" y="3657000"/>
            <a:ext cx="36330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p13"/>
          <p:cNvSpPr txBox="1">
            <a:spLocks noGrp="1"/>
          </p:cNvSpPr>
          <p:nvPr>
            <p:ph type="title" idx="15" hasCustomPrompt="1"/>
          </p:nvPr>
        </p:nvSpPr>
        <p:spPr>
          <a:xfrm>
            <a:off x="4797775" y="3202545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587" name="Google Shape;587;p13"/>
          <p:cNvGrpSpPr/>
          <p:nvPr/>
        </p:nvGrpSpPr>
        <p:grpSpPr>
          <a:xfrm>
            <a:off x="-7" y="117416"/>
            <a:ext cx="8941384" cy="4905859"/>
            <a:chOff x="-7" y="117416"/>
            <a:chExt cx="8941384" cy="4905859"/>
          </a:xfrm>
        </p:grpSpPr>
        <p:grpSp>
          <p:nvGrpSpPr>
            <p:cNvPr id="588" name="Google Shape;588;p13"/>
            <p:cNvGrpSpPr/>
            <p:nvPr/>
          </p:nvGrpSpPr>
          <p:grpSpPr>
            <a:xfrm>
              <a:off x="-7" y="4797050"/>
              <a:ext cx="1266969" cy="226225"/>
              <a:chOff x="-7" y="167200"/>
              <a:chExt cx="1266969" cy="226225"/>
            </a:xfrm>
          </p:grpSpPr>
          <p:sp>
            <p:nvSpPr>
              <p:cNvPr id="589" name="Google Shape;589;p13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51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276" extrusionOk="0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91" name="Google Shape;591;p13"/>
            <p:cNvSpPr/>
            <p:nvPr/>
          </p:nvSpPr>
          <p:spPr>
            <a:xfrm>
              <a:off x="8608176" y="4514350"/>
              <a:ext cx="333201" cy="333048"/>
            </a:xfrm>
            <a:custGeom>
              <a:avLst/>
              <a:gdLst/>
              <a:ahLst/>
              <a:cxnLst/>
              <a:rect l="l" t="t" r="r" b="b"/>
              <a:pathLst>
                <a:path w="2107" h="2106" extrusionOk="0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1861082" y="117416"/>
              <a:ext cx="1074296" cy="175676"/>
            </a:xfrm>
            <a:custGeom>
              <a:avLst/>
              <a:gdLst/>
              <a:ahLst/>
              <a:cxnLst/>
              <a:rect l="l" t="t" r="r" b="b"/>
              <a:pathLst>
                <a:path w="6292" h="1029" extrusionOk="0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9" name="Google Shape;939;p20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940" name="Google Shape;940;p20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941" name="Google Shape;941;p20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942" name="Google Shape;942;p20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3" name="Google Shape;943;p20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4" name="Google Shape;944;p20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5" name="Google Shape;945;p20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46" name="Google Shape;946;p20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947" name="Google Shape;947;p20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8" name="Google Shape;948;p20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49" name="Google Shape;949;p20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0" name="Google Shape;950;p20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951" name="Google Shape;951;p20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952" name="Google Shape;952;p20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3" name="Google Shape;953;p20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54" name="Google Shape;954;p20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55" name="Google Shape;955;p20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956" name="Google Shape;956;p20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957" name="Google Shape;957;p20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958" name="Google Shape;958;p2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59" name="Google Shape;959;p2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60" name="Google Shape;960;p2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61" name="Google Shape;961;p20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962" name="Google Shape;962;p20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963" name="Google Shape;963;p2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64" name="Google Shape;964;p2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65" name="Google Shape;965;p2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66" name="Google Shape;966;p20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967" name="Google Shape;967;p20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968" name="Google Shape;968;p2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69" name="Google Shape;969;p2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70" name="Google Shape;970;p2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971" name="Google Shape;971;p20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972" name="Google Shape;972;p20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973" name="Google Shape;973;p2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74" name="Google Shape;974;p20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975" name="Google Shape;975;p20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976" name="Google Shape;976;p2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77" name="Google Shape;977;p2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78" name="Google Shape;978;p2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79" name="Google Shape;979;p20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980" name="Google Shape;980;p20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981" name="Google Shape;981;p20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82" name="Google Shape;982;p20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983" name="Google Shape;983;p20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sp>
        <p:nvSpPr>
          <p:cNvPr id="984" name="Google Shape;984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20"/>
          <p:cNvSpPr txBox="1">
            <a:spLocks noGrp="1"/>
          </p:cNvSpPr>
          <p:nvPr>
            <p:ph type="subTitle" idx="1"/>
          </p:nvPr>
        </p:nvSpPr>
        <p:spPr>
          <a:xfrm>
            <a:off x="720000" y="1507800"/>
            <a:ext cx="4611600" cy="26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86" name="Google Shape;986;p20"/>
          <p:cNvGrpSpPr/>
          <p:nvPr/>
        </p:nvGrpSpPr>
        <p:grpSpPr>
          <a:xfrm>
            <a:off x="-7" y="117416"/>
            <a:ext cx="8941384" cy="4905859"/>
            <a:chOff x="-7" y="117416"/>
            <a:chExt cx="8941384" cy="4905859"/>
          </a:xfrm>
        </p:grpSpPr>
        <p:grpSp>
          <p:nvGrpSpPr>
            <p:cNvPr id="987" name="Google Shape;987;p20"/>
            <p:cNvGrpSpPr/>
            <p:nvPr/>
          </p:nvGrpSpPr>
          <p:grpSpPr>
            <a:xfrm>
              <a:off x="-7" y="4797050"/>
              <a:ext cx="1266969" cy="226225"/>
              <a:chOff x="-7" y="167200"/>
              <a:chExt cx="1266969" cy="226225"/>
            </a:xfrm>
          </p:grpSpPr>
          <p:sp>
            <p:nvSpPr>
              <p:cNvPr id="988" name="Google Shape;988;p20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51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20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276" extrusionOk="0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0" name="Google Shape;990;p20"/>
            <p:cNvSpPr/>
            <p:nvPr/>
          </p:nvSpPr>
          <p:spPr>
            <a:xfrm>
              <a:off x="8608176" y="4514350"/>
              <a:ext cx="333201" cy="333048"/>
            </a:xfrm>
            <a:custGeom>
              <a:avLst/>
              <a:gdLst/>
              <a:ahLst/>
              <a:cxnLst/>
              <a:rect l="l" t="t" r="r" b="b"/>
              <a:pathLst>
                <a:path w="2107" h="2106" extrusionOk="0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0"/>
            <p:cNvSpPr/>
            <p:nvPr/>
          </p:nvSpPr>
          <p:spPr>
            <a:xfrm>
              <a:off x="1861082" y="117416"/>
              <a:ext cx="1074296" cy="175676"/>
            </a:xfrm>
            <a:custGeom>
              <a:avLst/>
              <a:gdLst/>
              <a:ahLst/>
              <a:cxnLst/>
              <a:rect l="l" t="t" r="r" b="b"/>
              <a:pathLst>
                <a:path w="6292" h="1029" extrusionOk="0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" name="Google Shape;993;p21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994" name="Google Shape;994;p21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995" name="Google Shape;995;p21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996" name="Google Shape;996;p21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7" name="Google Shape;997;p21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8" name="Google Shape;998;p21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99" name="Google Shape;999;p21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00" name="Google Shape;1000;p21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001" name="Google Shape;1001;p21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2" name="Google Shape;1002;p21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3" name="Google Shape;1003;p21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4" name="Google Shape;1004;p21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05" name="Google Shape;1005;p21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1006" name="Google Shape;1006;p21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7" name="Google Shape;1007;p21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08" name="Google Shape;1008;p21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009" name="Google Shape;1009;p21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1010" name="Google Shape;1010;p21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1011" name="Google Shape;1011;p21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012" name="Google Shape;1012;p2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13" name="Google Shape;1013;p2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14" name="Google Shape;1014;p2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15" name="Google Shape;1015;p21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16" name="Google Shape;1016;p21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017" name="Google Shape;1017;p2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18" name="Google Shape;1018;p2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19" name="Google Shape;1019;p2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0" name="Google Shape;1020;p21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21" name="Google Shape;1021;p21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022" name="Google Shape;1022;p2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3" name="Google Shape;1023;p2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4" name="Google Shape;1024;p2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025" name="Google Shape;1025;p21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1026" name="Google Shape;1026;p21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1027" name="Google Shape;1027;p2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28" name="Google Shape;1028;p21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29" name="Google Shape;1029;p21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030" name="Google Shape;1030;p2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31" name="Google Shape;1031;p2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32" name="Google Shape;1032;p2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33" name="Google Shape;1033;p21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34" name="Google Shape;1034;p21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035" name="Google Shape;1035;p21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36" name="Google Shape;1036;p21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37" name="Google Shape;1037;p21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grpSp>
        <p:nvGrpSpPr>
          <p:cNvPr id="1038" name="Google Shape;1038;p21"/>
          <p:cNvGrpSpPr/>
          <p:nvPr/>
        </p:nvGrpSpPr>
        <p:grpSpPr>
          <a:xfrm>
            <a:off x="-7" y="117416"/>
            <a:ext cx="8941384" cy="4905859"/>
            <a:chOff x="-7" y="117416"/>
            <a:chExt cx="8941384" cy="4905859"/>
          </a:xfrm>
        </p:grpSpPr>
        <p:grpSp>
          <p:nvGrpSpPr>
            <p:cNvPr id="1039" name="Google Shape;1039;p21"/>
            <p:cNvGrpSpPr/>
            <p:nvPr/>
          </p:nvGrpSpPr>
          <p:grpSpPr>
            <a:xfrm>
              <a:off x="-7" y="4797050"/>
              <a:ext cx="1266969" cy="226225"/>
              <a:chOff x="-7" y="167200"/>
              <a:chExt cx="1266969" cy="226225"/>
            </a:xfrm>
          </p:grpSpPr>
          <p:sp>
            <p:nvSpPr>
              <p:cNvPr id="1040" name="Google Shape;1040;p21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51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1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276" extrusionOk="0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2" name="Google Shape;1042;p21"/>
            <p:cNvSpPr/>
            <p:nvPr/>
          </p:nvSpPr>
          <p:spPr>
            <a:xfrm>
              <a:off x="8608176" y="4514350"/>
              <a:ext cx="333201" cy="333048"/>
            </a:xfrm>
            <a:custGeom>
              <a:avLst/>
              <a:gdLst/>
              <a:ahLst/>
              <a:cxnLst/>
              <a:rect l="l" t="t" r="r" b="b"/>
              <a:pathLst>
                <a:path w="2107" h="2106" extrusionOk="0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1"/>
            <p:cNvSpPr/>
            <p:nvPr/>
          </p:nvSpPr>
          <p:spPr>
            <a:xfrm>
              <a:off x="1861082" y="117416"/>
              <a:ext cx="1074296" cy="175676"/>
            </a:xfrm>
            <a:custGeom>
              <a:avLst/>
              <a:gdLst/>
              <a:ahLst/>
              <a:cxnLst/>
              <a:rect l="l" t="t" r="r" b="b"/>
              <a:pathLst>
                <a:path w="6292" h="1029" extrusionOk="0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4" name="Google Shape;1044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45" name="Google Shape;1045;p21"/>
          <p:cNvSpPr txBox="1">
            <a:spLocks noGrp="1"/>
          </p:cNvSpPr>
          <p:nvPr>
            <p:ph type="subTitle" idx="1"/>
          </p:nvPr>
        </p:nvSpPr>
        <p:spPr>
          <a:xfrm>
            <a:off x="937625" y="3465524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6" name="Google Shape;1046;p21"/>
          <p:cNvSpPr txBox="1">
            <a:spLocks noGrp="1"/>
          </p:cNvSpPr>
          <p:nvPr>
            <p:ph type="subTitle" idx="2"/>
          </p:nvPr>
        </p:nvSpPr>
        <p:spPr>
          <a:xfrm>
            <a:off x="3484350" y="3465524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7" name="Google Shape;1047;p21"/>
          <p:cNvSpPr txBox="1">
            <a:spLocks noGrp="1"/>
          </p:cNvSpPr>
          <p:nvPr>
            <p:ph type="subTitle" idx="3"/>
          </p:nvPr>
        </p:nvSpPr>
        <p:spPr>
          <a:xfrm>
            <a:off x="6031075" y="3465524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8" name="Google Shape;1048;p21"/>
          <p:cNvSpPr txBox="1">
            <a:spLocks noGrp="1"/>
          </p:cNvSpPr>
          <p:nvPr>
            <p:ph type="subTitle" idx="4"/>
          </p:nvPr>
        </p:nvSpPr>
        <p:spPr>
          <a:xfrm>
            <a:off x="937625" y="2950601"/>
            <a:ext cx="2175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49" name="Google Shape;1049;p21"/>
          <p:cNvSpPr txBox="1">
            <a:spLocks noGrp="1"/>
          </p:cNvSpPr>
          <p:nvPr>
            <p:ph type="subTitle" idx="5"/>
          </p:nvPr>
        </p:nvSpPr>
        <p:spPr>
          <a:xfrm>
            <a:off x="3484350" y="2950601"/>
            <a:ext cx="2175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50" name="Google Shape;1050;p21"/>
          <p:cNvSpPr txBox="1">
            <a:spLocks noGrp="1"/>
          </p:cNvSpPr>
          <p:nvPr>
            <p:ph type="subTitle" idx="6"/>
          </p:nvPr>
        </p:nvSpPr>
        <p:spPr>
          <a:xfrm>
            <a:off x="6031075" y="2950601"/>
            <a:ext cx="2175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oogle Shape;1052;p22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053" name="Google Shape;1053;p22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054" name="Google Shape;1054;p22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055" name="Google Shape;1055;p2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56" name="Google Shape;1056;p2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57" name="Google Shape;1057;p2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58" name="Google Shape;1058;p22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59" name="Google Shape;1059;p22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060" name="Google Shape;1060;p2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61" name="Google Shape;1061;p2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62" name="Google Shape;1062;p2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63" name="Google Shape;1063;p22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64" name="Google Shape;1064;p22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1065" name="Google Shape;1065;p2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66" name="Google Shape;1066;p2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67" name="Google Shape;1067;p2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068" name="Google Shape;1068;p22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1069" name="Google Shape;1069;p22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1070" name="Google Shape;1070;p22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071" name="Google Shape;1071;p2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72" name="Google Shape;1072;p2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73" name="Google Shape;1073;p2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74" name="Google Shape;1074;p2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75" name="Google Shape;1075;p22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076" name="Google Shape;1076;p2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77" name="Google Shape;1077;p2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78" name="Google Shape;1078;p2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79" name="Google Shape;1079;p2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80" name="Google Shape;1080;p22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081" name="Google Shape;1081;p2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82" name="Google Shape;1082;p2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83" name="Google Shape;1083;p2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084" name="Google Shape;1084;p22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1085" name="Google Shape;1085;p22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1086" name="Google Shape;1086;p2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87" name="Google Shape;1087;p2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88" name="Google Shape;1088;p22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089" name="Google Shape;1089;p2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90" name="Google Shape;1090;p2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91" name="Google Shape;1091;p2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92" name="Google Shape;1092;p2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93" name="Google Shape;1093;p22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094" name="Google Shape;1094;p2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95" name="Google Shape;1095;p2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96" name="Google Shape;1096;p2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grpSp>
        <p:nvGrpSpPr>
          <p:cNvPr id="1097" name="Google Shape;1097;p22"/>
          <p:cNvGrpSpPr/>
          <p:nvPr/>
        </p:nvGrpSpPr>
        <p:grpSpPr>
          <a:xfrm flipH="1">
            <a:off x="173907" y="92498"/>
            <a:ext cx="8795602" cy="4945088"/>
            <a:chOff x="173907" y="92498"/>
            <a:chExt cx="8795602" cy="4945088"/>
          </a:xfrm>
        </p:grpSpPr>
        <p:grpSp>
          <p:nvGrpSpPr>
            <p:cNvPr id="1098" name="Google Shape;1098;p22"/>
            <p:cNvGrpSpPr/>
            <p:nvPr/>
          </p:nvGrpSpPr>
          <p:grpSpPr>
            <a:xfrm>
              <a:off x="8918459" y="243592"/>
              <a:ext cx="51049" cy="774142"/>
              <a:chOff x="8211712" y="2037146"/>
              <a:chExt cx="34742" cy="526950"/>
            </a:xfrm>
          </p:grpSpPr>
          <p:sp>
            <p:nvSpPr>
              <p:cNvPr id="1099" name="Google Shape;1099;p22"/>
              <p:cNvSpPr/>
              <p:nvPr/>
            </p:nvSpPr>
            <p:spPr>
              <a:xfrm>
                <a:off x="8211712" y="2037146"/>
                <a:ext cx="34742" cy="5448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52" extrusionOk="0">
                    <a:moveTo>
                      <a:pt x="1" y="0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2"/>
              <p:cNvSpPr/>
              <p:nvPr/>
            </p:nvSpPr>
            <p:spPr>
              <a:xfrm>
                <a:off x="8211712" y="2116302"/>
                <a:ext cx="34742" cy="5448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52" extrusionOk="0">
                    <a:moveTo>
                      <a:pt x="1" y="0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2"/>
              <p:cNvSpPr/>
              <p:nvPr/>
            </p:nvSpPr>
            <p:spPr>
              <a:xfrm>
                <a:off x="8211712" y="2195458"/>
                <a:ext cx="34742" cy="5448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52" extrusionOk="0">
                    <a:moveTo>
                      <a:pt x="1" y="1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2"/>
              <p:cNvSpPr/>
              <p:nvPr/>
            </p:nvSpPr>
            <p:spPr>
              <a:xfrm>
                <a:off x="8211712" y="2274614"/>
                <a:ext cx="34742" cy="5448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52" extrusionOk="0">
                    <a:moveTo>
                      <a:pt x="1" y="1"/>
                    </a:moveTo>
                    <a:lnTo>
                      <a:pt x="1" y="552"/>
                    </a:lnTo>
                    <a:lnTo>
                      <a:pt x="352" y="552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2"/>
              <p:cNvSpPr/>
              <p:nvPr/>
            </p:nvSpPr>
            <p:spPr>
              <a:xfrm>
                <a:off x="8211712" y="2353770"/>
                <a:ext cx="34742" cy="52014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27" extrusionOk="0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2"/>
              <p:cNvSpPr/>
              <p:nvPr/>
            </p:nvSpPr>
            <p:spPr>
              <a:xfrm>
                <a:off x="8211712" y="2432927"/>
                <a:ext cx="34742" cy="52014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27" extrusionOk="0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2"/>
              <p:cNvSpPr/>
              <p:nvPr/>
            </p:nvSpPr>
            <p:spPr>
              <a:xfrm>
                <a:off x="8211712" y="2512083"/>
                <a:ext cx="34742" cy="52014"/>
              </a:xfrm>
              <a:custGeom>
                <a:avLst/>
                <a:gdLst/>
                <a:ahLst/>
                <a:cxnLst/>
                <a:rect l="l" t="t" r="r" b="b"/>
                <a:pathLst>
                  <a:path w="352" h="527" extrusionOk="0">
                    <a:moveTo>
                      <a:pt x="1" y="1"/>
                    </a:moveTo>
                    <a:lnTo>
                      <a:pt x="1" y="527"/>
                    </a:lnTo>
                    <a:lnTo>
                      <a:pt x="352" y="527"/>
                    </a:lnTo>
                    <a:lnTo>
                      <a:pt x="3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6" name="Google Shape;1106;p22"/>
            <p:cNvGrpSpPr/>
            <p:nvPr/>
          </p:nvGrpSpPr>
          <p:grpSpPr>
            <a:xfrm>
              <a:off x="173907" y="4750539"/>
              <a:ext cx="291257" cy="287046"/>
              <a:chOff x="5456048" y="1794743"/>
              <a:chExt cx="178248" cy="175682"/>
            </a:xfrm>
          </p:grpSpPr>
          <p:sp>
            <p:nvSpPr>
              <p:cNvPr id="1107" name="Google Shape;1107;p22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1780" extrusionOk="0">
                    <a:moveTo>
                      <a:pt x="277" y="0"/>
                    </a:moveTo>
                    <a:lnTo>
                      <a:pt x="1" y="276"/>
                    </a:lnTo>
                    <a:lnTo>
                      <a:pt x="1530" y="1780"/>
                    </a:lnTo>
                    <a:lnTo>
                      <a:pt x="1805" y="1504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2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1780" extrusionOk="0">
                    <a:moveTo>
                      <a:pt x="1505" y="0"/>
                    </a:moveTo>
                    <a:lnTo>
                      <a:pt x="1" y="1504"/>
                    </a:lnTo>
                    <a:lnTo>
                      <a:pt x="302" y="1780"/>
                    </a:lnTo>
                    <a:lnTo>
                      <a:pt x="1805" y="276"/>
                    </a:lnTo>
                    <a:lnTo>
                      <a:pt x="15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9" name="Google Shape;1109;p22"/>
            <p:cNvSpPr/>
            <p:nvPr/>
          </p:nvSpPr>
          <p:spPr>
            <a:xfrm rot="-123321">
              <a:off x="7897400" y="4768750"/>
              <a:ext cx="1018402" cy="166548"/>
            </a:xfrm>
            <a:custGeom>
              <a:avLst/>
              <a:gdLst/>
              <a:ahLst/>
              <a:cxnLst/>
              <a:rect l="l" t="t" r="r" b="b"/>
              <a:pathLst>
                <a:path w="6292" h="1029" extrusionOk="0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639763" y="92498"/>
              <a:ext cx="207956" cy="207857"/>
            </a:xfrm>
            <a:custGeom>
              <a:avLst/>
              <a:gdLst/>
              <a:ahLst/>
              <a:cxnLst/>
              <a:rect l="l" t="t" r="r" b="b"/>
              <a:pathLst>
                <a:path w="2107" h="2106" extrusionOk="0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1" name="Google Shape;111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2" name="Google Shape;1112;p22"/>
          <p:cNvSpPr txBox="1">
            <a:spLocks noGrp="1"/>
          </p:cNvSpPr>
          <p:nvPr>
            <p:ph type="subTitle" idx="1"/>
          </p:nvPr>
        </p:nvSpPr>
        <p:spPr>
          <a:xfrm>
            <a:off x="719999" y="2528700"/>
            <a:ext cx="2151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3" name="Google Shape;1113;p22"/>
          <p:cNvSpPr txBox="1">
            <a:spLocks noGrp="1"/>
          </p:cNvSpPr>
          <p:nvPr>
            <p:ph type="subTitle" idx="2"/>
          </p:nvPr>
        </p:nvSpPr>
        <p:spPr>
          <a:xfrm>
            <a:off x="4421773" y="2528700"/>
            <a:ext cx="2151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4" name="Google Shape;1114;p22"/>
          <p:cNvSpPr txBox="1">
            <a:spLocks noGrp="1"/>
          </p:cNvSpPr>
          <p:nvPr>
            <p:ph type="subTitle" idx="3"/>
          </p:nvPr>
        </p:nvSpPr>
        <p:spPr>
          <a:xfrm>
            <a:off x="2570886" y="3938600"/>
            <a:ext cx="2151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5" name="Google Shape;1115;p22"/>
          <p:cNvSpPr txBox="1">
            <a:spLocks noGrp="1"/>
          </p:cNvSpPr>
          <p:nvPr>
            <p:ph type="subTitle" idx="4"/>
          </p:nvPr>
        </p:nvSpPr>
        <p:spPr>
          <a:xfrm>
            <a:off x="6272660" y="3938600"/>
            <a:ext cx="2151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22"/>
          <p:cNvSpPr txBox="1">
            <a:spLocks noGrp="1"/>
          </p:cNvSpPr>
          <p:nvPr>
            <p:ph type="subTitle" idx="5"/>
          </p:nvPr>
        </p:nvSpPr>
        <p:spPr>
          <a:xfrm>
            <a:off x="720000" y="2156663"/>
            <a:ext cx="2151300" cy="5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17" name="Google Shape;1117;p22"/>
          <p:cNvSpPr txBox="1">
            <a:spLocks noGrp="1"/>
          </p:cNvSpPr>
          <p:nvPr>
            <p:ph type="subTitle" idx="6"/>
          </p:nvPr>
        </p:nvSpPr>
        <p:spPr>
          <a:xfrm>
            <a:off x="2570886" y="3566600"/>
            <a:ext cx="2151300" cy="5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18" name="Google Shape;1118;p22"/>
          <p:cNvSpPr txBox="1">
            <a:spLocks noGrp="1"/>
          </p:cNvSpPr>
          <p:nvPr>
            <p:ph type="subTitle" idx="7"/>
          </p:nvPr>
        </p:nvSpPr>
        <p:spPr>
          <a:xfrm>
            <a:off x="4421773" y="2156663"/>
            <a:ext cx="2151300" cy="5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19" name="Google Shape;1119;p22"/>
          <p:cNvSpPr txBox="1">
            <a:spLocks noGrp="1"/>
          </p:cNvSpPr>
          <p:nvPr>
            <p:ph type="subTitle" idx="8"/>
          </p:nvPr>
        </p:nvSpPr>
        <p:spPr>
          <a:xfrm>
            <a:off x="6272660" y="3566600"/>
            <a:ext cx="2151300" cy="5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1" name="Google Shape;1121;p23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122" name="Google Shape;1122;p23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123" name="Google Shape;1123;p23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124" name="Google Shape;1124;p2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25" name="Google Shape;1125;p2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26" name="Google Shape;1126;p2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27" name="Google Shape;1127;p23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28" name="Google Shape;1128;p23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129" name="Google Shape;1129;p2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30" name="Google Shape;1130;p2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31" name="Google Shape;1131;p2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32" name="Google Shape;1132;p23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33" name="Google Shape;1133;p23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1134" name="Google Shape;1134;p2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35" name="Google Shape;1135;p2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36" name="Google Shape;1136;p2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137" name="Google Shape;1137;p23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1138" name="Google Shape;1138;p23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1139" name="Google Shape;1139;p23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140" name="Google Shape;1140;p2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41" name="Google Shape;1141;p2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42" name="Google Shape;1142;p2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43" name="Google Shape;1143;p2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44" name="Google Shape;1144;p23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145" name="Google Shape;1145;p2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46" name="Google Shape;1146;p2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47" name="Google Shape;1147;p2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48" name="Google Shape;1148;p2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49" name="Google Shape;1149;p23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150" name="Google Shape;1150;p2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51" name="Google Shape;1151;p2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52" name="Google Shape;1152;p2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153" name="Google Shape;1153;p23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1154" name="Google Shape;1154;p23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1155" name="Google Shape;1155;p2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56" name="Google Shape;1156;p2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57" name="Google Shape;1157;p23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158" name="Google Shape;1158;p2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59" name="Google Shape;1159;p2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60" name="Google Shape;1160;p2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61" name="Google Shape;1161;p2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162" name="Google Shape;1162;p23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163" name="Google Shape;1163;p2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64" name="Google Shape;1164;p2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165" name="Google Shape;1165;p2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grpSp>
        <p:nvGrpSpPr>
          <p:cNvPr id="1166" name="Google Shape;1166;p23"/>
          <p:cNvGrpSpPr/>
          <p:nvPr/>
        </p:nvGrpSpPr>
        <p:grpSpPr>
          <a:xfrm>
            <a:off x="-7" y="167200"/>
            <a:ext cx="8952587" cy="4867172"/>
            <a:chOff x="-7" y="167200"/>
            <a:chExt cx="8952587" cy="4867172"/>
          </a:xfrm>
        </p:grpSpPr>
        <p:grpSp>
          <p:nvGrpSpPr>
            <p:cNvPr id="1167" name="Google Shape;1167;p23"/>
            <p:cNvGrpSpPr/>
            <p:nvPr/>
          </p:nvGrpSpPr>
          <p:grpSpPr>
            <a:xfrm>
              <a:off x="297807" y="4643609"/>
              <a:ext cx="8654773" cy="390763"/>
              <a:chOff x="297807" y="4643609"/>
              <a:chExt cx="8654773" cy="390763"/>
            </a:xfrm>
          </p:grpSpPr>
          <p:sp>
            <p:nvSpPr>
              <p:cNvPr id="1168" name="Google Shape;1168;p23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avLst/>
                <a:gdLst/>
                <a:ahLst/>
                <a:cxnLst/>
                <a:rect l="l" t="t" r="r" b="b"/>
                <a:pathLst>
                  <a:path w="2107" h="2106" extrusionOk="0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3"/>
              <p:cNvSpPr/>
              <p:nvPr/>
            </p:nvSpPr>
            <p:spPr>
              <a:xfrm>
                <a:off x="297807" y="4820393"/>
                <a:ext cx="1074296" cy="175676"/>
              </a:xfrm>
              <a:custGeom>
                <a:avLst/>
                <a:gdLst/>
                <a:ahLst/>
                <a:cxnLst/>
                <a:rect l="l" t="t" r="r" b="b"/>
                <a:pathLst>
                  <a:path w="6292" h="1029" extrusionOk="0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0" name="Google Shape;1170;p23"/>
            <p:cNvGrpSpPr/>
            <p:nvPr/>
          </p:nvGrpSpPr>
          <p:grpSpPr>
            <a:xfrm>
              <a:off x="-7" y="167200"/>
              <a:ext cx="1266969" cy="226225"/>
              <a:chOff x="-7" y="167200"/>
              <a:chExt cx="1266969" cy="226225"/>
            </a:xfrm>
          </p:grpSpPr>
          <p:sp>
            <p:nvSpPr>
              <p:cNvPr id="1171" name="Google Shape;1171;p23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51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3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276" extrusionOk="0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73" name="Google Shape;1173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74" name="Google Shape;1174;p23"/>
          <p:cNvSpPr txBox="1">
            <a:spLocks noGrp="1"/>
          </p:cNvSpPr>
          <p:nvPr>
            <p:ph type="subTitle" idx="1"/>
          </p:nvPr>
        </p:nvSpPr>
        <p:spPr>
          <a:xfrm>
            <a:off x="1108627" y="22475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5" name="Google Shape;1175;p23"/>
          <p:cNvSpPr txBox="1">
            <a:spLocks noGrp="1"/>
          </p:cNvSpPr>
          <p:nvPr>
            <p:ph type="subTitle" idx="2"/>
          </p:nvPr>
        </p:nvSpPr>
        <p:spPr>
          <a:xfrm>
            <a:off x="3579000" y="22475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6" name="Google Shape;1176;p23"/>
          <p:cNvSpPr txBox="1">
            <a:spLocks noGrp="1"/>
          </p:cNvSpPr>
          <p:nvPr>
            <p:ph type="subTitle" idx="3"/>
          </p:nvPr>
        </p:nvSpPr>
        <p:spPr>
          <a:xfrm>
            <a:off x="1108627" y="39686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7" name="Google Shape;1177;p23"/>
          <p:cNvSpPr txBox="1">
            <a:spLocks noGrp="1"/>
          </p:cNvSpPr>
          <p:nvPr>
            <p:ph type="subTitle" idx="4"/>
          </p:nvPr>
        </p:nvSpPr>
        <p:spPr>
          <a:xfrm>
            <a:off x="3579000" y="39686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8" name="Google Shape;1178;p23"/>
          <p:cNvSpPr txBox="1">
            <a:spLocks noGrp="1"/>
          </p:cNvSpPr>
          <p:nvPr>
            <p:ph type="subTitle" idx="5"/>
          </p:nvPr>
        </p:nvSpPr>
        <p:spPr>
          <a:xfrm>
            <a:off x="6049373" y="22475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9" name="Google Shape;1179;p23"/>
          <p:cNvSpPr txBox="1">
            <a:spLocks noGrp="1"/>
          </p:cNvSpPr>
          <p:nvPr>
            <p:ph type="subTitle" idx="6"/>
          </p:nvPr>
        </p:nvSpPr>
        <p:spPr>
          <a:xfrm>
            <a:off x="6049373" y="39686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0" name="Google Shape;1180;p23"/>
          <p:cNvSpPr txBox="1">
            <a:spLocks noGrp="1"/>
          </p:cNvSpPr>
          <p:nvPr>
            <p:ph type="subTitle" idx="7"/>
          </p:nvPr>
        </p:nvSpPr>
        <p:spPr>
          <a:xfrm>
            <a:off x="1109527" y="1903150"/>
            <a:ext cx="1984200" cy="5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81" name="Google Shape;1181;p23"/>
          <p:cNvSpPr txBox="1">
            <a:spLocks noGrp="1"/>
          </p:cNvSpPr>
          <p:nvPr>
            <p:ph type="subTitle" idx="8"/>
          </p:nvPr>
        </p:nvSpPr>
        <p:spPr>
          <a:xfrm>
            <a:off x="3579900" y="1903150"/>
            <a:ext cx="1984200" cy="5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82" name="Google Shape;1182;p23"/>
          <p:cNvSpPr txBox="1">
            <a:spLocks noGrp="1"/>
          </p:cNvSpPr>
          <p:nvPr>
            <p:ph type="subTitle" idx="9"/>
          </p:nvPr>
        </p:nvSpPr>
        <p:spPr>
          <a:xfrm>
            <a:off x="6050273" y="1903150"/>
            <a:ext cx="1984200" cy="5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83" name="Google Shape;1183;p23"/>
          <p:cNvSpPr txBox="1">
            <a:spLocks noGrp="1"/>
          </p:cNvSpPr>
          <p:nvPr>
            <p:ph type="subTitle" idx="13"/>
          </p:nvPr>
        </p:nvSpPr>
        <p:spPr>
          <a:xfrm>
            <a:off x="1109527" y="3624200"/>
            <a:ext cx="1984200" cy="5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84" name="Google Shape;1184;p23"/>
          <p:cNvSpPr txBox="1">
            <a:spLocks noGrp="1"/>
          </p:cNvSpPr>
          <p:nvPr>
            <p:ph type="subTitle" idx="14"/>
          </p:nvPr>
        </p:nvSpPr>
        <p:spPr>
          <a:xfrm>
            <a:off x="3579900" y="3624200"/>
            <a:ext cx="1984200" cy="5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85" name="Google Shape;1185;p23"/>
          <p:cNvSpPr txBox="1">
            <a:spLocks noGrp="1"/>
          </p:cNvSpPr>
          <p:nvPr>
            <p:ph type="subTitle" idx="15"/>
          </p:nvPr>
        </p:nvSpPr>
        <p:spPr>
          <a:xfrm>
            <a:off x="6050273" y="3624200"/>
            <a:ext cx="1984200" cy="5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7" name="Google Shape;1187;p24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188" name="Google Shape;1188;p24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189" name="Google Shape;1189;p24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190" name="Google Shape;1190;p24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91" name="Google Shape;1191;p24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92" name="Google Shape;1192;p24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93" name="Google Shape;1193;p24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94" name="Google Shape;1194;p24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195" name="Google Shape;1195;p24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96" name="Google Shape;1196;p24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97" name="Google Shape;1197;p24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98" name="Google Shape;1198;p24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99" name="Google Shape;1199;p24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1200" name="Google Shape;1200;p24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01" name="Google Shape;1201;p24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02" name="Google Shape;1202;p24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203" name="Google Shape;1203;p24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1204" name="Google Shape;1204;p24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1205" name="Google Shape;1205;p24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206" name="Google Shape;1206;p2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07" name="Google Shape;1207;p2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08" name="Google Shape;1208;p2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09" name="Google Shape;1209;p24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10" name="Google Shape;1210;p24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211" name="Google Shape;1211;p2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12" name="Google Shape;1212;p2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13" name="Google Shape;1213;p2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14" name="Google Shape;1214;p24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15" name="Google Shape;1215;p24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216" name="Google Shape;1216;p2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17" name="Google Shape;1217;p2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18" name="Google Shape;1218;p2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219" name="Google Shape;1219;p24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1220" name="Google Shape;1220;p24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1221" name="Google Shape;1221;p2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22" name="Google Shape;1222;p24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23" name="Google Shape;1223;p24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224" name="Google Shape;1224;p2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25" name="Google Shape;1225;p2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26" name="Google Shape;1226;p2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27" name="Google Shape;1227;p24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28" name="Google Shape;1228;p24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229" name="Google Shape;1229;p24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30" name="Google Shape;1230;p24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31" name="Google Shape;1231;p24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sp>
        <p:nvSpPr>
          <p:cNvPr id="1232" name="Google Shape;1232;p24"/>
          <p:cNvSpPr txBox="1">
            <a:spLocks noGrp="1"/>
          </p:cNvSpPr>
          <p:nvPr>
            <p:ph type="title" hasCustomPrompt="1"/>
          </p:nvPr>
        </p:nvSpPr>
        <p:spPr>
          <a:xfrm>
            <a:off x="4125350" y="539500"/>
            <a:ext cx="4087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33" name="Google Shape;1233;p24"/>
          <p:cNvSpPr txBox="1">
            <a:spLocks noGrp="1"/>
          </p:cNvSpPr>
          <p:nvPr>
            <p:ph type="subTitle" idx="1"/>
          </p:nvPr>
        </p:nvSpPr>
        <p:spPr>
          <a:xfrm>
            <a:off x="4159414" y="1228425"/>
            <a:ext cx="4087800" cy="46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34" name="Google Shape;1234;p24"/>
          <p:cNvSpPr txBox="1">
            <a:spLocks noGrp="1"/>
          </p:cNvSpPr>
          <p:nvPr>
            <p:ph type="title" idx="2" hasCustomPrompt="1"/>
          </p:nvPr>
        </p:nvSpPr>
        <p:spPr>
          <a:xfrm>
            <a:off x="4159414" y="1992700"/>
            <a:ext cx="4087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35" name="Google Shape;1235;p24"/>
          <p:cNvSpPr txBox="1">
            <a:spLocks noGrp="1"/>
          </p:cNvSpPr>
          <p:nvPr>
            <p:ph type="subTitle" idx="3"/>
          </p:nvPr>
        </p:nvSpPr>
        <p:spPr>
          <a:xfrm>
            <a:off x="4159414" y="2681615"/>
            <a:ext cx="4087800" cy="46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36" name="Google Shape;1236;p24"/>
          <p:cNvSpPr txBox="1">
            <a:spLocks noGrp="1"/>
          </p:cNvSpPr>
          <p:nvPr>
            <p:ph type="title" idx="4" hasCustomPrompt="1"/>
          </p:nvPr>
        </p:nvSpPr>
        <p:spPr>
          <a:xfrm>
            <a:off x="4159414" y="3445874"/>
            <a:ext cx="4087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37" name="Google Shape;1237;p24"/>
          <p:cNvSpPr txBox="1">
            <a:spLocks noGrp="1"/>
          </p:cNvSpPr>
          <p:nvPr>
            <p:ph type="subTitle" idx="5"/>
          </p:nvPr>
        </p:nvSpPr>
        <p:spPr>
          <a:xfrm>
            <a:off x="4159414" y="4134800"/>
            <a:ext cx="4087800" cy="469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238" name="Google Shape;1238;p24"/>
          <p:cNvGrpSpPr/>
          <p:nvPr/>
        </p:nvGrpSpPr>
        <p:grpSpPr>
          <a:xfrm>
            <a:off x="-7" y="167200"/>
            <a:ext cx="8952584" cy="4904836"/>
            <a:chOff x="-7" y="167200"/>
            <a:chExt cx="8952584" cy="4904836"/>
          </a:xfrm>
        </p:grpSpPr>
        <p:grpSp>
          <p:nvGrpSpPr>
            <p:cNvPr id="1239" name="Google Shape;1239;p24"/>
            <p:cNvGrpSpPr/>
            <p:nvPr/>
          </p:nvGrpSpPr>
          <p:grpSpPr>
            <a:xfrm>
              <a:off x="-7" y="167200"/>
              <a:ext cx="8952584" cy="4746443"/>
              <a:chOff x="-7" y="167200"/>
              <a:chExt cx="8952584" cy="4746443"/>
            </a:xfrm>
          </p:grpSpPr>
          <p:grpSp>
            <p:nvGrpSpPr>
              <p:cNvPr id="1240" name="Google Shape;1240;p24"/>
              <p:cNvGrpSpPr/>
              <p:nvPr/>
            </p:nvGrpSpPr>
            <p:grpSpPr>
              <a:xfrm>
                <a:off x="-7" y="167200"/>
                <a:ext cx="1266969" cy="226225"/>
                <a:chOff x="-7" y="167200"/>
                <a:chExt cx="1266969" cy="226225"/>
              </a:xfrm>
            </p:grpSpPr>
            <p:sp>
              <p:nvSpPr>
                <p:cNvPr id="1241" name="Google Shape;1241;p24"/>
                <p:cNvSpPr/>
                <p:nvPr/>
              </p:nvSpPr>
              <p:spPr>
                <a:xfrm>
                  <a:off x="-7" y="167200"/>
                  <a:ext cx="1266969" cy="50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7" h="251" extrusionOk="0">
                      <a:moveTo>
                        <a:pt x="1" y="0"/>
                      </a:moveTo>
                      <a:lnTo>
                        <a:pt x="1" y="251"/>
                      </a:lnTo>
                      <a:lnTo>
                        <a:pt x="6317" y="251"/>
                      </a:lnTo>
                      <a:lnTo>
                        <a:pt x="631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2" name="Google Shape;1242;p24"/>
                <p:cNvSpPr/>
                <p:nvPr/>
              </p:nvSpPr>
              <p:spPr>
                <a:xfrm>
                  <a:off x="0" y="338072"/>
                  <a:ext cx="698969" cy="55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5" h="276" extrusionOk="0">
                      <a:moveTo>
                        <a:pt x="1" y="0"/>
                      </a:moveTo>
                      <a:lnTo>
                        <a:pt x="1" y="276"/>
                      </a:lnTo>
                      <a:lnTo>
                        <a:pt x="3485" y="276"/>
                      </a:lnTo>
                      <a:lnTo>
                        <a:pt x="34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43" name="Google Shape;1243;p24"/>
              <p:cNvGrpSpPr/>
              <p:nvPr/>
            </p:nvGrpSpPr>
            <p:grpSpPr>
              <a:xfrm>
                <a:off x="7519182" y="245168"/>
                <a:ext cx="1433395" cy="4668474"/>
                <a:chOff x="7519182" y="245168"/>
                <a:chExt cx="1433395" cy="4668474"/>
              </a:xfrm>
            </p:grpSpPr>
            <p:sp>
              <p:nvSpPr>
                <p:cNvPr id="1244" name="Google Shape;1244;p24"/>
                <p:cNvSpPr/>
                <p:nvPr/>
              </p:nvSpPr>
              <p:spPr>
                <a:xfrm>
                  <a:off x="8593476" y="4554701"/>
                  <a:ext cx="359101" cy="358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7" h="2106" extrusionOk="0">
                      <a:moveTo>
                        <a:pt x="1053" y="426"/>
                      </a:moveTo>
                      <a:cubicBezTo>
                        <a:pt x="1404" y="426"/>
                        <a:pt x="1680" y="702"/>
                        <a:pt x="1680" y="1053"/>
                      </a:cubicBezTo>
                      <a:cubicBezTo>
                        <a:pt x="1680" y="1404"/>
                        <a:pt x="1404" y="1704"/>
                        <a:pt x="1053" y="1704"/>
                      </a:cubicBezTo>
                      <a:cubicBezTo>
                        <a:pt x="703" y="1704"/>
                        <a:pt x="427" y="1404"/>
                        <a:pt x="427" y="1053"/>
                      </a:cubicBezTo>
                      <a:cubicBezTo>
                        <a:pt x="427" y="702"/>
                        <a:pt x="703" y="426"/>
                        <a:pt x="1053" y="426"/>
                      </a:cubicBezTo>
                      <a:close/>
                      <a:moveTo>
                        <a:pt x="1053" y="0"/>
                      </a:moveTo>
                      <a:cubicBezTo>
                        <a:pt x="477" y="0"/>
                        <a:pt x="1" y="476"/>
                        <a:pt x="1" y="1053"/>
                      </a:cubicBezTo>
                      <a:cubicBezTo>
                        <a:pt x="1" y="1629"/>
                        <a:pt x="477" y="2105"/>
                        <a:pt x="1053" y="2105"/>
                      </a:cubicBezTo>
                      <a:cubicBezTo>
                        <a:pt x="1630" y="2105"/>
                        <a:pt x="2106" y="1629"/>
                        <a:pt x="2106" y="1053"/>
                      </a:cubicBezTo>
                      <a:cubicBezTo>
                        <a:pt x="2106" y="476"/>
                        <a:pt x="1630" y="0"/>
                        <a:pt x="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5" name="Google Shape;1245;p24"/>
                <p:cNvSpPr/>
                <p:nvPr/>
              </p:nvSpPr>
              <p:spPr>
                <a:xfrm>
                  <a:off x="7519182" y="245168"/>
                  <a:ext cx="1074296" cy="175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2" h="1029" extrusionOk="0">
                      <a:moveTo>
                        <a:pt x="126" y="1"/>
                      </a:moveTo>
                      <a:lnTo>
                        <a:pt x="0" y="126"/>
                      </a:lnTo>
                      <a:lnTo>
                        <a:pt x="502" y="702"/>
                      </a:lnTo>
                      <a:cubicBezTo>
                        <a:pt x="627" y="842"/>
                        <a:pt x="799" y="911"/>
                        <a:pt x="969" y="911"/>
                      </a:cubicBezTo>
                      <a:cubicBezTo>
                        <a:pt x="1106" y="911"/>
                        <a:pt x="1242" y="867"/>
                        <a:pt x="1354" y="778"/>
                      </a:cubicBezTo>
                      <a:lnTo>
                        <a:pt x="1830" y="351"/>
                      </a:lnTo>
                      <a:cubicBezTo>
                        <a:pt x="1905" y="276"/>
                        <a:pt x="2030" y="251"/>
                        <a:pt x="2131" y="251"/>
                      </a:cubicBezTo>
                      <a:cubicBezTo>
                        <a:pt x="2256" y="251"/>
                        <a:pt x="2356" y="301"/>
                        <a:pt x="2431" y="402"/>
                      </a:cubicBezTo>
                      <a:lnTo>
                        <a:pt x="2757" y="778"/>
                      </a:lnTo>
                      <a:cubicBezTo>
                        <a:pt x="2882" y="903"/>
                        <a:pt x="3033" y="978"/>
                        <a:pt x="3183" y="1003"/>
                      </a:cubicBezTo>
                      <a:cubicBezTo>
                        <a:pt x="3359" y="1003"/>
                        <a:pt x="3509" y="953"/>
                        <a:pt x="3634" y="828"/>
                      </a:cubicBezTo>
                      <a:lnTo>
                        <a:pt x="4035" y="477"/>
                      </a:lnTo>
                      <a:cubicBezTo>
                        <a:pt x="4136" y="402"/>
                        <a:pt x="4236" y="351"/>
                        <a:pt x="4361" y="351"/>
                      </a:cubicBezTo>
                      <a:cubicBezTo>
                        <a:pt x="4487" y="377"/>
                        <a:pt x="4587" y="427"/>
                        <a:pt x="4662" y="527"/>
                      </a:cubicBezTo>
                      <a:lnTo>
                        <a:pt x="4862" y="778"/>
                      </a:lnTo>
                      <a:cubicBezTo>
                        <a:pt x="4963" y="928"/>
                        <a:pt x="5138" y="1003"/>
                        <a:pt x="5314" y="1028"/>
                      </a:cubicBezTo>
                      <a:cubicBezTo>
                        <a:pt x="5489" y="1028"/>
                        <a:pt x="5664" y="953"/>
                        <a:pt x="5790" y="828"/>
                      </a:cubicBezTo>
                      <a:lnTo>
                        <a:pt x="6291" y="301"/>
                      </a:lnTo>
                      <a:lnTo>
                        <a:pt x="6141" y="176"/>
                      </a:lnTo>
                      <a:lnTo>
                        <a:pt x="5639" y="702"/>
                      </a:lnTo>
                      <a:cubicBezTo>
                        <a:pt x="5564" y="803"/>
                        <a:pt x="5439" y="828"/>
                        <a:pt x="5314" y="828"/>
                      </a:cubicBezTo>
                      <a:cubicBezTo>
                        <a:pt x="5188" y="828"/>
                        <a:pt x="5088" y="778"/>
                        <a:pt x="5013" y="677"/>
                      </a:cubicBezTo>
                      <a:lnTo>
                        <a:pt x="4787" y="402"/>
                      </a:lnTo>
                      <a:cubicBezTo>
                        <a:pt x="4687" y="276"/>
                        <a:pt x="4537" y="201"/>
                        <a:pt x="4361" y="176"/>
                      </a:cubicBezTo>
                      <a:cubicBezTo>
                        <a:pt x="4211" y="176"/>
                        <a:pt x="4035" y="226"/>
                        <a:pt x="3910" y="326"/>
                      </a:cubicBezTo>
                      <a:lnTo>
                        <a:pt x="3509" y="702"/>
                      </a:lnTo>
                      <a:cubicBezTo>
                        <a:pt x="3427" y="764"/>
                        <a:pt x="3344" y="809"/>
                        <a:pt x="3262" y="809"/>
                      </a:cubicBezTo>
                      <a:cubicBezTo>
                        <a:pt x="3244" y="809"/>
                        <a:pt x="3226" y="807"/>
                        <a:pt x="3208" y="803"/>
                      </a:cubicBezTo>
                      <a:cubicBezTo>
                        <a:pt x="3083" y="803"/>
                        <a:pt x="2983" y="752"/>
                        <a:pt x="2908" y="677"/>
                      </a:cubicBezTo>
                      <a:lnTo>
                        <a:pt x="2557" y="276"/>
                      </a:lnTo>
                      <a:cubicBezTo>
                        <a:pt x="2456" y="151"/>
                        <a:pt x="2306" y="76"/>
                        <a:pt x="2156" y="76"/>
                      </a:cubicBezTo>
                      <a:cubicBezTo>
                        <a:pt x="2126" y="72"/>
                        <a:pt x="2098" y="69"/>
                        <a:pt x="2070" y="69"/>
                      </a:cubicBezTo>
                      <a:cubicBezTo>
                        <a:pt x="1931" y="69"/>
                        <a:pt x="1809" y="122"/>
                        <a:pt x="1705" y="226"/>
                      </a:cubicBezTo>
                      <a:lnTo>
                        <a:pt x="1228" y="627"/>
                      </a:lnTo>
                      <a:cubicBezTo>
                        <a:pt x="1151" y="694"/>
                        <a:pt x="1058" y="726"/>
                        <a:pt x="966" y="726"/>
                      </a:cubicBezTo>
                      <a:cubicBezTo>
                        <a:pt x="851" y="726"/>
                        <a:pt x="736" y="675"/>
                        <a:pt x="652" y="577"/>
                      </a:cubicBezTo>
                      <a:lnTo>
                        <a:pt x="126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46" name="Google Shape;1246;p24"/>
            <p:cNvGrpSpPr/>
            <p:nvPr/>
          </p:nvGrpSpPr>
          <p:grpSpPr>
            <a:xfrm flipH="1">
              <a:off x="8195652" y="4784989"/>
              <a:ext cx="291257" cy="287046"/>
              <a:chOff x="5456048" y="1794743"/>
              <a:chExt cx="178248" cy="175682"/>
            </a:xfrm>
          </p:grpSpPr>
          <p:sp>
            <p:nvSpPr>
              <p:cNvPr id="1247" name="Google Shape;1247;p24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1780" extrusionOk="0">
                    <a:moveTo>
                      <a:pt x="277" y="0"/>
                    </a:moveTo>
                    <a:lnTo>
                      <a:pt x="1" y="276"/>
                    </a:lnTo>
                    <a:lnTo>
                      <a:pt x="1530" y="1780"/>
                    </a:lnTo>
                    <a:lnTo>
                      <a:pt x="1805" y="1504"/>
                    </a:ln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4"/>
              <p:cNvSpPr/>
              <p:nvPr/>
            </p:nvSpPr>
            <p:spPr>
              <a:xfrm>
                <a:off x="5456048" y="1794743"/>
                <a:ext cx="178248" cy="175682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1780" extrusionOk="0">
                    <a:moveTo>
                      <a:pt x="1505" y="0"/>
                    </a:moveTo>
                    <a:lnTo>
                      <a:pt x="1" y="1504"/>
                    </a:lnTo>
                    <a:lnTo>
                      <a:pt x="302" y="1780"/>
                    </a:lnTo>
                    <a:lnTo>
                      <a:pt x="1805" y="276"/>
                    </a:lnTo>
                    <a:lnTo>
                      <a:pt x="15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0" name="Google Shape;1250;p25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251" name="Google Shape;1251;p25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252" name="Google Shape;1252;p25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253" name="Google Shape;1253;p25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4" name="Google Shape;1254;p25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5" name="Google Shape;1255;p25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6" name="Google Shape;1256;p25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257" name="Google Shape;1257;p25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258" name="Google Shape;1258;p25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9" name="Google Shape;1259;p25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0" name="Google Shape;1260;p25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1" name="Google Shape;1261;p25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262" name="Google Shape;1262;p25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1263" name="Google Shape;1263;p25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4" name="Google Shape;1264;p25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5" name="Google Shape;1265;p25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266" name="Google Shape;1266;p25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1267" name="Google Shape;1267;p25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1268" name="Google Shape;1268;p25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269" name="Google Shape;1269;p2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70" name="Google Shape;1270;p2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71" name="Google Shape;1271;p2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72" name="Google Shape;1272;p2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73" name="Google Shape;1273;p25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274" name="Google Shape;1274;p2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75" name="Google Shape;1275;p2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76" name="Google Shape;1276;p2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77" name="Google Shape;1277;p2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78" name="Google Shape;1278;p25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279" name="Google Shape;1279;p2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80" name="Google Shape;1280;p2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81" name="Google Shape;1281;p2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282" name="Google Shape;1282;p25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1283" name="Google Shape;1283;p25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1284" name="Google Shape;1284;p2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85" name="Google Shape;1285;p2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86" name="Google Shape;1286;p25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287" name="Google Shape;1287;p2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88" name="Google Shape;1288;p2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89" name="Google Shape;1289;p2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90" name="Google Shape;1290;p25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291" name="Google Shape;1291;p25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292" name="Google Shape;1292;p25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93" name="Google Shape;1293;p25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294" name="Google Shape;1294;p25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grpSp>
        <p:nvGrpSpPr>
          <p:cNvPr id="1295" name="Google Shape;1295;p25"/>
          <p:cNvGrpSpPr/>
          <p:nvPr/>
        </p:nvGrpSpPr>
        <p:grpSpPr>
          <a:xfrm flipH="1">
            <a:off x="191418" y="167200"/>
            <a:ext cx="8952587" cy="4867172"/>
            <a:chOff x="-7" y="167200"/>
            <a:chExt cx="8952587" cy="4867172"/>
          </a:xfrm>
        </p:grpSpPr>
        <p:grpSp>
          <p:nvGrpSpPr>
            <p:cNvPr id="1296" name="Google Shape;1296;p25"/>
            <p:cNvGrpSpPr/>
            <p:nvPr/>
          </p:nvGrpSpPr>
          <p:grpSpPr>
            <a:xfrm>
              <a:off x="7519182" y="4467918"/>
              <a:ext cx="1433398" cy="566454"/>
              <a:chOff x="7519182" y="4467918"/>
              <a:chExt cx="1433398" cy="566454"/>
            </a:xfrm>
          </p:grpSpPr>
          <p:sp>
            <p:nvSpPr>
              <p:cNvPr id="1297" name="Google Shape;1297;p25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avLst/>
                <a:gdLst/>
                <a:ahLst/>
                <a:cxnLst/>
                <a:rect l="l" t="t" r="r" b="b"/>
                <a:pathLst>
                  <a:path w="2107" h="2106" extrusionOk="0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5"/>
              <p:cNvSpPr/>
              <p:nvPr/>
            </p:nvSpPr>
            <p:spPr>
              <a:xfrm>
                <a:off x="7519182" y="4467918"/>
                <a:ext cx="1074296" cy="175676"/>
              </a:xfrm>
              <a:custGeom>
                <a:avLst/>
                <a:gdLst/>
                <a:ahLst/>
                <a:cxnLst/>
                <a:rect l="l" t="t" r="r" b="b"/>
                <a:pathLst>
                  <a:path w="6292" h="1029" extrusionOk="0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9" name="Google Shape;1299;p25"/>
            <p:cNvGrpSpPr/>
            <p:nvPr/>
          </p:nvGrpSpPr>
          <p:grpSpPr>
            <a:xfrm>
              <a:off x="-7" y="167200"/>
              <a:ext cx="1266969" cy="226225"/>
              <a:chOff x="-7" y="167200"/>
              <a:chExt cx="1266969" cy="226225"/>
            </a:xfrm>
          </p:grpSpPr>
          <p:sp>
            <p:nvSpPr>
              <p:cNvPr id="1300" name="Google Shape;1300;p25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51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5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276" extrusionOk="0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02" name="Google Shape;1302;p25"/>
          <p:cNvSpPr txBox="1">
            <a:spLocks noGrp="1"/>
          </p:cNvSpPr>
          <p:nvPr>
            <p:ph type="title"/>
          </p:nvPr>
        </p:nvSpPr>
        <p:spPr>
          <a:xfrm>
            <a:off x="3982663" y="5251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03" name="Google Shape;1303;p25"/>
          <p:cNvSpPr txBox="1">
            <a:spLocks noGrp="1"/>
          </p:cNvSpPr>
          <p:nvPr>
            <p:ph type="subTitle" idx="1"/>
          </p:nvPr>
        </p:nvSpPr>
        <p:spPr>
          <a:xfrm>
            <a:off x="3982625" y="17638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4" name="Google Shape;1304;p25"/>
          <p:cNvSpPr txBox="1"/>
          <p:nvPr/>
        </p:nvSpPr>
        <p:spPr>
          <a:xfrm>
            <a:off x="3982675" y="36119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CREDITS: This presentation template was created by </a:t>
            </a:r>
            <a:r>
              <a:rPr lang="en" sz="1100" u="sng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, and includes icons by </a:t>
            </a:r>
            <a:r>
              <a:rPr lang="en" sz="1100" u="sng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, and infographics &amp; images by </a:t>
            </a:r>
            <a:r>
              <a:rPr lang="en" sz="1100" u="sng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 u="sng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sz="1100" u="sng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6" name="Google Shape;1306;p26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307" name="Google Shape;1307;p26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308" name="Google Shape;1308;p26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309" name="Google Shape;1309;p26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0" name="Google Shape;1310;p26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1" name="Google Shape;1311;p26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2" name="Google Shape;1312;p26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13" name="Google Shape;1313;p26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314" name="Google Shape;1314;p26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5" name="Google Shape;1315;p26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6" name="Google Shape;1316;p26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7" name="Google Shape;1317;p26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18" name="Google Shape;1318;p26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1319" name="Google Shape;1319;p26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0" name="Google Shape;1320;p26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1" name="Google Shape;1321;p26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322" name="Google Shape;1322;p26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1323" name="Google Shape;1323;p26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1324" name="Google Shape;1324;p26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325" name="Google Shape;1325;p2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26" name="Google Shape;1326;p2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27" name="Google Shape;1327;p2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28" name="Google Shape;1328;p2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29" name="Google Shape;1329;p26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330" name="Google Shape;1330;p2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31" name="Google Shape;1331;p2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32" name="Google Shape;1332;p2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33" name="Google Shape;1333;p2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34" name="Google Shape;1334;p26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335" name="Google Shape;1335;p2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36" name="Google Shape;1336;p2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37" name="Google Shape;1337;p2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338" name="Google Shape;1338;p26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1339" name="Google Shape;1339;p26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1340" name="Google Shape;1340;p2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41" name="Google Shape;1341;p2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42" name="Google Shape;1342;p26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343" name="Google Shape;1343;p2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44" name="Google Shape;1344;p2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45" name="Google Shape;1345;p2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46" name="Google Shape;1346;p2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47" name="Google Shape;1347;p26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348" name="Google Shape;1348;p2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49" name="Google Shape;1349;p2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50" name="Google Shape;1350;p2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2" name="Google Shape;1352;p27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353" name="Google Shape;1353;p27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354" name="Google Shape;1354;p27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355" name="Google Shape;1355;p27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6" name="Google Shape;1356;p27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7" name="Google Shape;1357;p27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8" name="Google Shape;1358;p27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59" name="Google Shape;1359;p27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360" name="Google Shape;1360;p27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1" name="Google Shape;1361;p27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2" name="Google Shape;1362;p27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3" name="Google Shape;1363;p27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64" name="Google Shape;1364;p27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1365" name="Google Shape;1365;p27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6" name="Google Shape;1366;p27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7" name="Google Shape;1367;p27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368" name="Google Shape;1368;p27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1369" name="Google Shape;1369;p27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1370" name="Google Shape;1370;p27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371" name="Google Shape;1371;p2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2" name="Google Shape;1372;p2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3" name="Google Shape;1373;p2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4" name="Google Shape;1374;p2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75" name="Google Shape;1375;p27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376" name="Google Shape;1376;p2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7" name="Google Shape;1377;p2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8" name="Google Shape;1378;p2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9" name="Google Shape;1379;p2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80" name="Google Shape;1380;p27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381" name="Google Shape;1381;p2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82" name="Google Shape;1382;p2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83" name="Google Shape;1383;p2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384" name="Google Shape;1384;p27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1385" name="Google Shape;1385;p27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1386" name="Google Shape;1386;p2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87" name="Google Shape;1387;p2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88" name="Google Shape;1388;p27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389" name="Google Shape;1389;p2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90" name="Google Shape;1390;p2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91" name="Google Shape;1391;p2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92" name="Google Shape;1392;p2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93" name="Google Shape;1393;p27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394" name="Google Shape;1394;p2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95" name="Google Shape;1395;p2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96" name="Google Shape;1396;p2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grpSp>
        <p:nvGrpSpPr>
          <p:cNvPr id="1397" name="Google Shape;1397;p27"/>
          <p:cNvGrpSpPr/>
          <p:nvPr/>
        </p:nvGrpSpPr>
        <p:grpSpPr>
          <a:xfrm flipH="1">
            <a:off x="191418" y="167200"/>
            <a:ext cx="8952587" cy="4867172"/>
            <a:chOff x="-7" y="167200"/>
            <a:chExt cx="8952587" cy="4867172"/>
          </a:xfrm>
        </p:grpSpPr>
        <p:grpSp>
          <p:nvGrpSpPr>
            <p:cNvPr id="1398" name="Google Shape;1398;p27"/>
            <p:cNvGrpSpPr/>
            <p:nvPr/>
          </p:nvGrpSpPr>
          <p:grpSpPr>
            <a:xfrm>
              <a:off x="7519182" y="4467918"/>
              <a:ext cx="1433398" cy="566454"/>
              <a:chOff x="7519182" y="4467918"/>
              <a:chExt cx="1433398" cy="566454"/>
            </a:xfrm>
          </p:grpSpPr>
          <p:sp>
            <p:nvSpPr>
              <p:cNvPr id="1399" name="Google Shape;1399;p27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avLst/>
                <a:gdLst/>
                <a:ahLst/>
                <a:cxnLst/>
                <a:rect l="l" t="t" r="r" b="b"/>
                <a:pathLst>
                  <a:path w="2107" h="2106" extrusionOk="0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27"/>
              <p:cNvSpPr/>
              <p:nvPr/>
            </p:nvSpPr>
            <p:spPr>
              <a:xfrm>
                <a:off x="7519182" y="4467918"/>
                <a:ext cx="1074296" cy="175676"/>
              </a:xfrm>
              <a:custGeom>
                <a:avLst/>
                <a:gdLst/>
                <a:ahLst/>
                <a:cxnLst/>
                <a:rect l="l" t="t" r="r" b="b"/>
                <a:pathLst>
                  <a:path w="6292" h="1029" extrusionOk="0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1" name="Google Shape;1401;p27"/>
            <p:cNvGrpSpPr/>
            <p:nvPr/>
          </p:nvGrpSpPr>
          <p:grpSpPr>
            <a:xfrm>
              <a:off x="-7" y="167200"/>
              <a:ext cx="1266969" cy="226225"/>
              <a:chOff x="-7" y="167200"/>
              <a:chExt cx="1266969" cy="226225"/>
            </a:xfrm>
          </p:grpSpPr>
          <p:sp>
            <p:nvSpPr>
              <p:cNvPr id="1402" name="Google Shape;1402;p27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51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7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276" extrusionOk="0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04" name="Google Shape;1404;p27"/>
          <p:cNvSpPr/>
          <p:nvPr/>
        </p:nvSpPr>
        <p:spPr>
          <a:xfrm>
            <a:off x="8636475" y="4719725"/>
            <a:ext cx="377400" cy="377400"/>
          </a:xfrm>
          <a:prstGeom prst="mathMultiply">
            <a:avLst>
              <a:gd name="adj1" fmla="val 16276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405" name="Google Shape;1405;p27"/>
          <p:cNvSpPr/>
          <p:nvPr/>
        </p:nvSpPr>
        <p:spPr>
          <a:xfrm>
            <a:off x="141850" y="450475"/>
            <a:ext cx="377400" cy="377400"/>
          </a:xfrm>
          <a:prstGeom prst="mathMultiply">
            <a:avLst>
              <a:gd name="adj1" fmla="val 1627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●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○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■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●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○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■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●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○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■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8" r:id="rId5"/>
    <p:sldLayoutId id="2147483659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hyperlink" Target="https://mungiyo.tistory.com/5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hyperlink" Target="https://creativecommons.org/licenses/by-sa/3.0/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www.marinedatascience.co/software/" TargetMode="External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31"/>
          <p:cNvSpPr txBox="1">
            <a:spLocks noGrp="1"/>
          </p:cNvSpPr>
          <p:nvPr>
            <p:ph type="ctrTitle"/>
          </p:nvPr>
        </p:nvSpPr>
        <p:spPr>
          <a:xfrm>
            <a:off x="713224" y="996874"/>
            <a:ext cx="4468261" cy="25731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400" dirty="0"/>
              <a:t>NYC Citywide Payroll Data Warehouse &amp; ETL Pipeline</a:t>
            </a:r>
            <a:endParaRPr sz="2800" dirty="0"/>
          </a:p>
        </p:txBody>
      </p:sp>
      <p:sp>
        <p:nvSpPr>
          <p:cNvPr id="1417" name="Google Shape;1417;p31"/>
          <p:cNvSpPr txBox="1">
            <a:spLocks noGrp="1"/>
          </p:cNvSpPr>
          <p:nvPr>
            <p:ph type="subTitle" idx="1"/>
          </p:nvPr>
        </p:nvSpPr>
        <p:spPr>
          <a:xfrm>
            <a:off x="713225" y="3808525"/>
            <a:ext cx="4035600" cy="33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Prepared By: Rhizu Joshi</a:t>
            </a:r>
            <a:endParaRPr dirty="0"/>
          </a:p>
        </p:txBody>
      </p:sp>
      <p:grpSp>
        <p:nvGrpSpPr>
          <p:cNvPr id="1418" name="Google Shape;1418;p31"/>
          <p:cNvGrpSpPr/>
          <p:nvPr/>
        </p:nvGrpSpPr>
        <p:grpSpPr>
          <a:xfrm>
            <a:off x="5235950" y="1048200"/>
            <a:ext cx="3285066" cy="3286950"/>
            <a:chOff x="5235950" y="859675"/>
            <a:chExt cx="3285066" cy="3286950"/>
          </a:xfrm>
        </p:grpSpPr>
        <p:sp>
          <p:nvSpPr>
            <p:cNvPr id="1419" name="Google Shape;1419;p31"/>
            <p:cNvSpPr/>
            <p:nvPr/>
          </p:nvSpPr>
          <p:spPr>
            <a:xfrm>
              <a:off x="5478353" y="2905396"/>
              <a:ext cx="2070476" cy="1119822"/>
            </a:xfrm>
            <a:custGeom>
              <a:avLst/>
              <a:gdLst/>
              <a:ahLst/>
              <a:cxnLst/>
              <a:rect l="l" t="t" r="r" b="b"/>
              <a:pathLst>
                <a:path w="20978" h="11346" extrusionOk="0">
                  <a:moveTo>
                    <a:pt x="3108" y="1"/>
                  </a:moveTo>
                  <a:lnTo>
                    <a:pt x="0" y="903"/>
                  </a:lnTo>
                  <a:cubicBezTo>
                    <a:pt x="1821" y="7235"/>
                    <a:pt x="7589" y="11346"/>
                    <a:pt x="13861" y="11346"/>
                  </a:cubicBezTo>
                  <a:cubicBezTo>
                    <a:pt x="15185" y="11346"/>
                    <a:pt x="16533" y="11162"/>
                    <a:pt x="17870" y="10778"/>
                  </a:cubicBezTo>
                  <a:cubicBezTo>
                    <a:pt x="18973" y="10477"/>
                    <a:pt x="20026" y="10026"/>
                    <a:pt x="20978" y="9474"/>
                  </a:cubicBezTo>
                  <a:lnTo>
                    <a:pt x="19399" y="6667"/>
                  </a:lnTo>
                  <a:cubicBezTo>
                    <a:pt x="18647" y="7093"/>
                    <a:pt x="17845" y="7419"/>
                    <a:pt x="16968" y="7670"/>
                  </a:cubicBezTo>
                  <a:cubicBezTo>
                    <a:pt x="15927" y="7973"/>
                    <a:pt x="14877" y="8117"/>
                    <a:pt x="13844" y="8117"/>
                  </a:cubicBezTo>
                  <a:cubicBezTo>
                    <a:pt x="8987" y="8117"/>
                    <a:pt x="4514" y="4920"/>
                    <a:pt x="3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1"/>
            <p:cNvSpPr/>
            <p:nvPr/>
          </p:nvSpPr>
          <p:spPr>
            <a:xfrm>
              <a:off x="5686114" y="1163962"/>
              <a:ext cx="1100872" cy="1100872"/>
            </a:xfrm>
            <a:custGeom>
              <a:avLst/>
              <a:gdLst/>
              <a:ahLst/>
              <a:cxnLst/>
              <a:rect l="l" t="t" r="r" b="b"/>
              <a:pathLst>
                <a:path w="11154" h="11154" extrusionOk="0">
                  <a:moveTo>
                    <a:pt x="11154" y="0"/>
                  </a:moveTo>
                  <a:cubicBezTo>
                    <a:pt x="4988" y="0"/>
                    <a:pt x="1" y="4988"/>
                    <a:pt x="1" y="11153"/>
                  </a:cubicBezTo>
                  <a:lnTo>
                    <a:pt x="11154" y="11153"/>
                  </a:lnTo>
                  <a:lnTo>
                    <a:pt x="111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1"/>
            <p:cNvSpPr/>
            <p:nvPr/>
          </p:nvSpPr>
          <p:spPr>
            <a:xfrm>
              <a:off x="5767738" y="1260390"/>
              <a:ext cx="2308041" cy="2310508"/>
            </a:xfrm>
            <a:custGeom>
              <a:avLst/>
              <a:gdLst/>
              <a:ahLst/>
              <a:cxnLst/>
              <a:rect l="l" t="t" r="r" b="b"/>
              <a:pathLst>
                <a:path w="23385" h="23410" extrusionOk="0">
                  <a:moveTo>
                    <a:pt x="11680" y="1"/>
                  </a:moveTo>
                  <a:lnTo>
                    <a:pt x="11680" y="11705"/>
                  </a:lnTo>
                  <a:lnTo>
                    <a:pt x="1" y="11705"/>
                  </a:lnTo>
                  <a:cubicBezTo>
                    <a:pt x="1" y="18171"/>
                    <a:pt x="5239" y="23409"/>
                    <a:pt x="11680" y="23409"/>
                  </a:cubicBezTo>
                  <a:cubicBezTo>
                    <a:pt x="18146" y="23409"/>
                    <a:pt x="23384" y="18171"/>
                    <a:pt x="23384" y="11705"/>
                  </a:cubicBezTo>
                  <a:cubicBezTo>
                    <a:pt x="23384" y="5239"/>
                    <a:pt x="18146" y="1"/>
                    <a:pt x="11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1"/>
            <p:cNvSpPr/>
            <p:nvPr/>
          </p:nvSpPr>
          <p:spPr>
            <a:xfrm>
              <a:off x="6895764" y="2413187"/>
              <a:ext cx="1625252" cy="1115677"/>
            </a:xfrm>
            <a:custGeom>
              <a:avLst/>
              <a:gdLst/>
              <a:ahLst/>
              <a:cxnLst/>
              <a:rect l="l" t="t" r="r" b="b"/>
              <a:pathLst>
                <a:path w="16467" h="11304" extrusionOk="0">
                  <a:moveTo>
                    <a:pt x="1529" y="827"/>
                  </a:moveTo>
                  <a:lnTo>
                    <a:pt x="15965" y="4612"/>
                  </a:lnTo>
                  <a:cubicBezTo>
                    <a:pt x="15339" y="6742"/>
                    <a:pt x="14286" y="8672"/>
                    <a:pt x="12883" y="10401"/>
                  </a:cubicBezTo>
                  <a:cubicBezTo>
                    <a:pt x="12782" y="10526"/>
                    <a:pt x="12682" y="10627"/>
                    <a:pt x="12582" y="10727"/>
                  </a:cubicBezTo>
                  <a:lnTo>
                    <a:pt x="1529" y="827"/>
                  </a:lnTo>
                  <a:close/>
                  <a:moveTo>
                    <a:pt x="0" y="0"/>
                  </a:moveTo>
                  <a:lnTo>
                    <a:pt x="12632" y="11303"/>
                  </a:lnTo>
                  <a:lnTo>
                    <a:pt x="12757" y="11153"/>
                  </a:lnTo>
                  <a:cubicBezTo>
                    <a:pt x="12908" y="11003"/>
                    <a:pt x="13058" y="10827"/>
                    <a:pt x="13183" y="10677"/>
                  </a:cubicBezTo>
                  <a:cubicBezTo>
                    <a:pt x="14687" y="8847"/>
                    <a:pt x="15790" y="6767"/>
                    <a:pt x="16417" y="4511"/>
                  </a:cubicBezTo>
                  <a:lnTo>
                    <a:pt x="16467" y="4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1"/>
            <p:cNvSpPr/>
            <p:nvPr/>
          </p:nvSpPr>
          <p:spPr>
            <a:xfrm>
              <a:off x="5498093" y="2415654"/>
              <a:ext cx="1422527" cy="1241812"/>
            </a:xfrm>
            <a:custGeom>
              <a:avLst/>
              <a:gdLst/>
              <a:ahLst/>
              <a:cxnLst/>
              <a:rect l="l" t="t" r="r" b="b"/>
              <a:pathLst>
                <a:path w="14413" h="12582" extrusionOk="0">
                  <a:moveTo>
                    <a:pt x="14412" y="0"/>
                  </a:moveTo>
                  <a:lnTo>
                    <a:pt x="1" y="2381"/>
                  </a:lnTo>
                  <a:cubicBezTo>
                    <a:pt x="703" y="6717"/>
                    <a:pt x="3334" y="10401"/>
                    <a:pt x="6968" y="12582"/>
                  </a:cubicBezTo>
                  <a:lnTo>
                    <a:pt x="144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1"/>
            <p:cNvSpPr/>
            <p:nvPr/>
          </p:nvSpPr>
          <p:spPr>
            <a:xfrm>
              <a:off x="7232129" y="1549873"/>
              <a:ext cx="178248" cy="175682"/>
            </a:xfrm>
            <a:custGeom>
              <a:avLst/>
              <a:gdLst/>
              <a:ahLst/>
              <a:cxnLst/>
              <a:rect l="l" t="t" r="r" b="b"/>
              <a:pathLst>
                <a:path w="1806" h="1780" extrusionOk="0">
                  <a:moveTo>
                    <a:pt x="277" y="0"/>
                  </a:moveTo>
                  <a:lnTo>
                    <a:pt x="1" y="276"/>
                  </a:lnTo>
                  <a:lnTo>
                    <a:pt x="1505" y="1780"/>
                  </a:lnTo>
                  <a:lnTo>
                    <a:pt x="1805" y="1504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1"/>
            <p:cNvSpPr/>
            <p:nvPr/>
          </p:nvSpPr>
          <p:spPr>
            <a:xfrm>
              <a:off x="7232129" y="1549873"/>
              <a:ext cx="175780" cy="175682"/>
            </a:xfrm>
            <a:custGeom>
              <a:avLst/>
              <a:gdLst/>
              <a:ahLst/>
              <a:cxnLst/>
              <a:rect l="l" t="t" r="r" b="b"/>
              <a:pathLst>
                <a:path w="1781" h="1780" extrusionOk="0">
                  <a:moveTo>
                    <a:pt x="1505" y="0"/>
                  </a:moveTo>
                  <a:lnTo>
                    <a:pt x="1" y="1504"/>
                  </a:lnTo>
                  <a:lnTo>
                    <a:pt x="302" y="1780"/>
                  </a:lnTo>
                  <a:lnTo>
                    <a:pt x="1780" y="276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1"/>
            <p:cNvSpPr/>
            <p:nvPr/>
          </p:nvSpPr>
          <p:spPr>
            <a:xfrm>
              <a:off x="5456048" y="1794743"/>
              <a:ext cx="178248" cy="175682"/>
            </a:xfrm>
            <a:custGeom>
              <a:avLst/>
              <a:gdLst/>
              <a:ahLst/>
              <a:cxnLst/>
              <a:rect l="l" t="t" r="r" b="b"/>
              <a:pathLst>
                <a:path w="1806" h="1780" extrusionOk="0">
                  <a:moveTo>
                    <a:pt x="277" y="0"/>
                  </a:moveTo>
                  <a:lnTo>
                    <a:pt x="1" y="276"/>
                  </a:lnTo>
                  <a:lnTo>
                    <a:pt x="1530" y="1780"/>
                  </a:lnTo>
                  <a:lnTo>
                    <a:pt x="1805" y="1504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1"/>
            <p:cNvSpPr/>
            <p:nvPr/>
          </p:nvSpPr>
          <p:spPr>
            <a:xfrm>
              <a:off x="5456048" y="1794743"/>
              <a:ext cx="178248" cy="175682"/>
            </a:xfrm>
            <a:custGeom>
              <a:avLst/>
              <a:gdLst/>
              <a:ahLst/>
              <a:cxnLst/>
              <a:rect l="l" t="t" r="r" b="b"/>
              <a:pathLst>
                <a:path w="1806" h="1780" extrusionOk="0">
                  <a:moveTo>
                    <a:pt x="1505" y="0"/>
                  </a:moveTo>
                  <a:lnTo>
                    <a:pt x="1" y="1504"/>
                  </a:lnTo>
                  <a:lnTo>
                    <a:pt x="302" y="1780"/>
                  </a:lnTo>
                  <a:lnTo>
                    <a:pt x="1805" y="276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1"/>
            <p:cNvSpPr/>
            <p:nvPr/>
          </p:nvSpPr>
          <p:spPr>
            <a:xfrm>
              <a:off x="6084363" y="998248"/>
              <a:ext cx="207956" cy="207857"/>
            </a:xfrm>
            <a:custGeom>
              <a:avLst/>
              <a:gdLst/>
              <a:ahLst/>
              <a:cxnLst/>
              <a:rect l="l" t="t" r="r" b="b"/>
              <a:pathLst>
                <a:path w="2107" h="2106" extrusionOk="0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rgbClr val="6186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1"/>
            <p:cNvSpPr/>
            <p:nvPr/>
          </p:nvSpPr>
          <p:spPr>
            <a:xfrm>
              <a:off x="6084363" y="998248"/>
              <a:ext cx="207956" cy="207857"/>
            </a:xfrm>
            <a:custGeom>
              <a:avLst/>
              <a:gdLst/>
              <a:ahLst/>
              <a:cxnLst/>
              <a:rect l="l" t="t" r="r" b="b"/>
              <a:pathLst>
                <a:path w="2107" h="2106" extrusionOk="0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1"/>
            <p:cNvSpPr/>
            <p:nvPr/>
          </p:nvSpPr>
          <p:spPr>
            <a:xfrm>
              <a:off x="8211712" y="2037146"/>
              <a:ext cx="34742" cy="54481"/>
            </a:xfrm>
            <a:custGeom>
              <a:avLst/>
              <a:gdLst/>
              <a:ahLst/>
              <a:cxnLst/>
              <a:rect l="l" t="t" r="r" b="b"/>
              <a:pathLst>
                <a:path w="352" h="552" extrusionOk="0">
                  <a:moveTo>
                    <a:pt x="1" y="0"/>
                  </a:moveTo>
                  <a:lnTo>
                    <a:pt x="1" y="552"/>
                  </a:lnTo>
                  <a:lnTo>
                    <a:pt x="352" y="552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1"/>
            <p:cNvSpPr/>
            <p:nvPr/>
          </p:nvSpPr>
          <p:spPr>
            <a:xfrm>
              <a:off x="8211712" y="2116302"/>
              <a:ext cx="34742" cy="54481"/>
            </a:xfrm>
            <a:custGeom>
              <a:avLst/>
              <a:gdLst/>
              <a:ahLst/>
              <a:cxnLst/>
              <a:rect l="l" t="t" r="r" b="b"/>
              <a:pathLst>
                <a:path w="352" h="552" extrusionOk="0">
                  <a:moveTo>
                    <a:pt x="1" y="0"/>
                  </a:moveTo>
                  <a:lnTo>
                    <a:pt x="1" y="552"/>
                  </a:lnTo>
                  <a:lnTo>
                    <a:pt x="352" y="552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1"/>
            <p:cNvSpPr/>
            <p:nvPr/>
          </p:nvSpPr>
          <p:spPr>
            <a:xfrm>
              <a:off x="8211712" y="2195458"/>
              <a:ext cx="34742" cy="54481"/>
            </a:xfrm>
            <a:custGeom>
              <a:avLst/>
              <a:gdLst/>
              <a:ahLst/>
              <a:cxnLst/>
              <a:rect l="l" t="t" r="r" b="b"/>
              <a:pathLst>
                <a:path w="352" h="552" extrusionOk="0">
                  <a:moveTo>
                    <a:pt x="1" y="1"/>
                  </a:moveTo>
                  <a:lnTo>
                    <a:pt x="1" y="552"/>
                  </a:lnTo>
                  <a:lnTo>
                    <a:pt x="352" y="55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1"/>
            <p:cNvSpPr/>
            <p:nvPr/>
          </p:nvSpPr>
          <p:spPr>
            <a:xfrm>
              <a:off x="8211712" y="2274614"/>
              <a:ext cx="34742" cy="54481"/>
            </a:xfrm>
            <a:custGeom>
              <a:avLst/>
              <a:gdLst/>
              <a:ahLst/>
              <a:cxnLst/>
              <a:rect l="l" t="t" r="r" b="b"/>
              <a:pathLst>
                <a:path w="352" h="552" extrusionOk="0">
                  <a:moveTo>
                    <a:pt x="1" y="1"/>
                  </a:moveTo>
                  <a:lnTo>
                    <a:pt x="1" y="552"/>
                  </a:lnTo>
                  <a:lnTo>
                    <a:pt x="352" y="55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1"/>
            <p:cNvSpPr/>
            <p:nvPr/>
          </p:nvSpPr>
          <p:spPr>
            <a:xfrm>
              <a:off x="8211712" y="2353770"/>
              <a:ext cx="34742" cy="52014"/>
            </a:xfrm>
            <a:custGeom>
              <a:avLst/>
              <a:gdLst/>
              <a:ahLst/>
              <a:cxnLst/>
              <a:rect l="l" t="t" r="r" b="b"/>
              <a:pathLst>
                <a:path w="352" h="527" extrusionOk="0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1"/>
            <p:cNvSpPr/>
            <p:nvPr/>
          </p:nvSpPr>
          <p:spPr>
            <a:xfrm>
              <a:off x="8211712" y="2432927"/>
              <a:ext cx="34742" cy="52014"/>
            </a:xfrm>
            <a:custGeom>
              <a:avLst/>
              <a:gdLst/>
              <a:ahLst/>
              <a:cxnLst/>
              <a:rect l="l" t="t" r="r" b="b"/>
              <a:pathLst>
                <a:path w="352" h="527" extrusionOk="0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1"/>
            <p:cNvSpPr/>
            <p:nvPr/>
          </p:nvSpPr>
          <p:spPr>
            <a:xfrm>
              <a:off x="8211712" y="2512083"/>
              <a:ext cx="34742" cy="52014"/>
            </a:xfrm>
            <a:custGeom>
              <a:avLst/>
              <a:gdLst/>
              <a:ahLst/>
              <a:cxnLst/>
              <a:rect l="l" t="t" r="r" b="b"/>
              <a:pathLst>
                <a:path w="352" h="527" extrusionOk="0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1"/>
            <p:cNvSpPr/>
            <p:nvPr/>
          </p:nvSpPr>
          <p:spPr>
            <a:xfrm>
              <a:off x="6920537" y="859675"/>
              <a:ext cx="1212104" cy="818893"/>
            </a:xfrm>
            <a:custGeom>
              <a:avLst/>
              <a:gdLst/>
              <a:ahLst/>
              <a:cxnLst/>
              <a:rect l="l" t="t" r="r" b="b"/>
              <a:pathLst>
                <a:path w="12281" h="8297" extrusionOk="0">
                  <a:moveTo>
                    <a:pt x="0" y="1"/>
                  </a:moveTo>
                  <a:lnTo>
                    <a:pt x="0" y="2557"/>
                  </a:lnTo>
                  <a:cubicBezTo>
                    <a:pt x="91" y="2555"/>
                    <a:pt x="182" y="2554"/>
                    <a:pt x="272" y="2554"/>
                  </a:cubicBezTo>
                  <a:cubicBezTo>
                    <a:pt x="4545" y="2554"/>
                    <a:pt x="8289" y="4860"/>
                    <a:pt x="10351" y="8296"/>
                  </a:cubicBezTo>
                  <a:lnTo>
                    <a:pt x="12281" y="6492"/>
                  </a:lnTo>
                  <a:cubicBezTo>
                    <a:pt x="9749" y="2532"/>
                    <a:pt x="4988" y="76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1"/>
            <p:cNvSpPr/>
            <p:nvPr/>
          </p:nvSpPr>
          <p:spPr>
            <a:xfrm>
              <a:off x="7734307" y="1826919"/>
              <a:ext cx="623472" cy="24773"/>
            </a:xfrm>
            <a:custGeom>
              <a:avLst/>
              <a:gdLst/>
              <a:ahLst/>
              <a:cxnLst/>
              <a:rect l="l" t="t" r="r" b="b"/>
              <a:pathLst>
                <a:path w="6317" h="251" extrusionOk="0">
                  <a:moveTo>
                    <a:pt x="1" y="0"/>
                  </a:moveTo>
                  <a:lnTo>
                    <a:pt x="1" y="251"/>
                  </a:lnTo>
                  <a:lnTo>
                    <a:pt x="6317" y="251"/>
                  </a:lnTo>
                  <a:lnTo>
                    <a:pt x="63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1"/>
            <p:cNvSpPr/>
            <p:nvPr/>
          </p:nvSpPr>
          <p:spPr>
            <a:xfrm>
              <a:off x="7744177" y="1911010"/>
              <a:ext cx="343961" cy="27241"/>
            </a:xfrm>
            <a:custGeom>
              <a:avLst/>
              <a:gdLst/>
              <a:ahLst/>
              <a:cxnLst/>
              <a:rect l="l" t="t" r="r" b="b"/>
              <a:pathLst>
                <a:path w="3485" h="276" extrusionOk="0">
                  <a:moveTo>
                    <a:pt x="1" y="0"/>
                  </a:moveTo>
                  <a:lnTo>
                    <a:pt x="1" y="276"/>
                  </a:lnTo>
                  <a:lnTo>
                    <a:pt x="3485" y="276"/>
                  </a:lnTo>
                  <a:lnTo>
                    <a:pt x="34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1"/>
            <p:cNvSpPr/>
            <p:nvPr/>
          </p:nvSpPr>
          <p:spPr>
            <a:xfrm>
              <a:off x="5235950" y="2749551"/>
              <a:ext cx="621005" cy="101560"/>
            </a:xfrm>
            <a:custGeom>
              <a:avLst/>
              <a:gdLst/>
              <a:ahLst/>
              <a:cxnLst/>
              <a:rect l="l" t="t" r="r" b="b"/>
              <a:pathLst>
                <a:path w="6292" h="1029" extrusionOk="0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1"/>
            <p:cNvSpPr/>
            <p:nvPr/>
          </p:nvSpPr>
          <p:spPr>
            <a:xfrm>
              <a:off x="6814239" y="3180764"/>
              <a:ext cx="185551" cy="563464"/>
            </a:xfrm>
            <a:custGeom>
              <a:avLst/>
              <a:gdLst/>
              <a:ahLst/>
              <a:cxnLst/>
              <a:rect l="l" t="t" r="r" b="b"/>
              <a:pathLst>
                <a:path w="1880" h="5709" extrusionOk="0">
                  <a:moveTo>
                    <a:pt x="662" y="0"/>
                  </a:moveTo>
                  <a:cubicBezTo>
                    <a:pt x="389" y="0"/>
                    <a:pt x="147" y="228"/>
                    <a:pt x="100" y="769"/>
                  </a:cubicBezTo>
                  <a:cubicBezTo>
                    <a:pt x="1" y="2375"/>
                    <a:pt x="97" y="5709"/>
                    <a:pt x="771" y="5709"/>
                  </a:cubicBezTo>
                  <a:cubicBezTo>
                    <a:pt x="781" y="5709"/>
                    <a:pt x="791" y="5708"/>
                    <a:pt x="801" y="5707"/>
                  </a:cubicBezTo>
                  <a:cubicBezTo>
                    <a:pt x="1503" y="5632"/>
                    <a:pt x="1879" y="5331"/>
                    <a:pt x="1428" y="5256"/>
                  </a:cubicBezTo>
                  <a:cubicBezTo>
                    <a:pt x="1002" y="5206"/>
                    <a:pt x="1002" y="5155"/>
                    <a:pt x="977" y="5030"/>
                  </a:cubicBezTo>
                  <a:cubicBezTo>
                    <a:pt x="952" y="4228"/>
                    <a:pt x="1428" y="2649"/>
                    <a:pt x="1553" y="1471"/>
                  </a:cubicBezTo>
                  <a:cubicBezTo>
                    <a:pt x="1647" y="615"/>
                    <a:pt x="1111" y="0"/>
                    <a:pt x="662" y="0"/>
                  </a:cubicBezTo>
                  <a:close/>
                </a:path>
              </a:pathLst>
            </a:custGeom>
            <a:solidFill>
              <a:srgbClr val="805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1"/>
            <p:cNvSpPr/>
            <p:nvPr/>
          </p:nvSpPr>
          <p:spPr>
            <a:xfrm>
              <a:off x="6858653" y="3699424"/>
              <a:ext cx="168279" cy="54086"/>
            </a:xfrm>
            <a:custGeom>
              <a:avLst/>
              <a:gdLst/>
              <a:ahLst/>
              <a:cxnLst/>
              <a:rect l="l" t="t" r="r" b="b"/>
              <a:pathLst>
                <a:path w="1705" h="548" extrusionOk="0">
                  <a:moveTo>
                    <a:pt x="978" y="1"/>
                  </a:moveTo>
                  <a:cubicBezTo>
                    <a:pt x="808" y="170"/>
                    <a:pt x="551" y="211"/>
                    <a:pt x="343" y="211"/>
                  </a:cubicBezTo>
                  <a:cubicBezTo>
                    <a:pt x="151" y="211"/>
                    <a:pt x="0" y="176"/>
                    <a:pt x="0" y="176"/>
                  </a:cubicBezTo>
                  <a:lnTo>
                    <a:pt x="0" y="176"/>
                  </a:lnTo>
                  <a:cubicBezTo>
                    <a:pt x="34" y="452"/>
                    <a:pt x="207" y="548"/>
                    <a:pt x="428" y="548"/>
                  </a:cubicBezTo>
                  <a:cubicBezTo>
                    <a:pt x="708" y="548"/>
                    <a:pt x="1065" y="392"/>
                    <a:pt x="1304" y="251"/>
                  </a:cubicBezTo>
                  <a:cubicBezTo>
                    <a:pt x="1705" y="1"/>
                    <a:pt x="978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1"/>
            <p:cNvSpPr/>
            <p:nvPr/>
          </p:nvSpPr>
          <p:spPr>
            <a:xfrm>
              <a:off x="6448166" y="3574669"/>
              <a:ext cx="200455" cy="562674"/>
            </a:xfrm>
            <a:custGeom>
              <a:avLst/>
              <a:gdLst/>
              <a:ahLst/>
              <a:cxnLst/>
              <a:rect l="l" t="t" r="r" b="b"/>
              <a:pathLst>
                <a:path w="2031" h="5701" extrusionOk="0">
                  <a:moveTo>
                    <a:pt x="1066" y="0"/>
                  </a:moveTo>
                  <a:cubicBezTo>
                    <a:pt x="813" y="0"/>
                    <a:pt x="581" y="210"/>
                    <a:pt x="500" y="713"/>
                  </a:cubicBezTo>
                  <a:cubicBezTo>
                    <a:pt x="226" y="2311"/>
                    <a:pt x="1" y="5701"/>
                    <a:pt x="693" y="5701"/>
                  </a:cubicBezTo>
                  <a:cubicBezTo>
                    <a:pt x="696" y="5701"/>
                    <a:pt x="698" y="5701"/>
                    <a:pt x="701" y="5701"/>
                  </a:cubicBezTo>
                  <a:cubicBezTo>
                    <a:pt x="1428" y="5676"/>
                    <a:pt x="1804" y="5400"/>
                    <a:pt x="1377" y="5300"/>
                  </a:cubicBezTo>
                  <a:cubicBezTo>
                    <a:pt x="951" y="5200"/>
                    <a:pt x="951" y="5149"/>
                    <a:pt x="951" y="5024"/>
                  </a:cubicBezTo>
                  <a:cubicBezTo>
                    <a:pt x="976" y="4222"/>
                    <a:pt x="1628" y="2693"/>
                    <a:pt x="1854" y="1540"/>
                  </a:cubicBezTo>
                  <a:cubicBezTo>
                    <a:pt x="2031" y="672"/>
                    <a:pt x="1516" y="0"/>
                    <a:pt x="1066" y="0"/>
                  </a:cubicBezTo>
                  <a:close/>
                </a:path>
              </a:pathLst>
            </a:custGeom>
            <a:solidFill>
              <a:srgbClr val="805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1"/>
            <p:cNvSpPr/>
            <p:nvPr/>
          </p:nvSpPr>
          <p:spPr>
            <a:xfrm>
              <a:off x="6485079" y="4097671"/>
              <a:ext cx="168378" cy="48954"/>
            </a:xfrm>
            <a:custGeom>
              <a:avLst/>
              <a:gdLst/>
              <a:ahLst/>
              <a:cxnLst/>
              <a:rect l="l" t="t" r="r" b="b"/>
              <a:pathLst>
                <a:path w="1706" h="496" extrusionOk="0">
                  <a:moveTo>
                    <a:pt x="1003" y="1"/>
                  </a:moveTo>
                  <a:cubicBezTo>
                    <a:pt x="863" y="121"/>
                    <a:pt x="675" y="157"/>
                    <a:pt x="499" y="157"/>
                  </a:cubicBezTo>
                  <a:cubicBezTo>
                    <a:pt x="236" y="157"/>
                    <a:pt x="1" y="76"/>
                    <a:pt x="1" y="76"/>
                  </a:cubicBezTo>
                  <a:lnTo>
                    <a:pt x="1" y="76"/>
                  </a:lnTo>
                  <a:cubicBezTo>
                    <a:pt x="14" y="389"/>
                    <a:pt x="227" y="496"/>
                    <a:pt x="490" y="496"/>
                  </a:cubicBezTo>
                  <a:cubicBezTo>
                    <a:pt x="753" y="496"/>
                    <a:pt x="1066" y="389"/>
                    <a:pt x="1279" y="276"/>
                  </a:cubicBezTo>
                  <a:cubicBezTo>
                    <a:pt x="1705" y="76"/>
                    <a:pt x="1003" y="1"/>
                    <a:pt x="10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1"/>
            <p:cNvSpPr/>
            <p:nvPr/>
          </p:nvSpPr>
          <p:spPr>
            <a:xfrm>
              <a:off x="6344137" y="3080980"/>
              <a:ext cx="309318" cy="911669"/>
            </a:xfrm>
            <a:custGeom>
              <a:avLst/>
              <a:gdLst/>
              <a:ahLst/>
              <a:cxnLst/>
              <a:rect l="l" t="t" r="r" b="b"/>
              <a:pathLst>
                <a:path w="3134" h="9237" extrusionOk="0">
                  <a:moveTo>
                    <a:pt x="2181" y="1"/>
                  </a:moveTo>
                  <a:lnTo>
                    <a:pt x="1604" y="126"/>
                  </a:lnTo>
                  <a:lnTo>
                    <a:pt x="1128" y="227"/>
                  </a:lnTo>
                  <a:lnTo>
                    <a:pt x="978" y="277"/>
                  </a:lnTo>
                  <a:lnTo>
                    <a:pt x="251" y="427"/>
                  </a:lnTo>
                  <a:cubicBezTo>
                    <a:pt x="101" y="878"/>
                    <a:pt x="0" y="1179"/>
                    <a:pt x="25" y="1580"/>
                  </a:cubicBezTo>
                  <a:cubicBezTo>
                    <a:pt x="51" y="1956"/>
                    <a:pt x="176" y="2432"/>
                    <a:pt x="426" y="3259"/>
                  </a:cubicBezTo>
                  <a:cubicBezTo>
                    <a:pt x="627" y="3836"/>
                    <a:pt x="1028" y="4713"/>
                    <a:pt x="1078" y="5239"/>
                  </a:cubicBezTo>
                  <a:cubicBezTo>
                    <a:pt x="1254" y="7169"/>
                    <a:pt x="1003" y="7395"/>
                    <a:pt x="1279" y="9074"/>
                  </a:cubicBezTo>
                  <a:cubicBezTo>
                    <a:pt x="1304" y="9186"/>
                    <a:pt x="1542" y="9237"/>
                    <a:pt x="1783" y="9237"/>
                  </a:cubicBezTo>
                  <a:cubicBezTo>
                    <a:pt x="2024" y="9237"/>
                    <a:pt x="2269" y="9186"/>
                    <a:pt x="2306" y="9099"/>
                  </a:cubicBezTo>
                  <a:cubicBezTo>
                    <a:pt x="3133" y="7344"/>
                    <a:pt x="3083" y="5339"/>
                    <a:pt x="3083" y="4312"/>
                  </a:cubicBezTo>
                  <a:cubicBezTo>
                    <a:pt x="3083" y="3861"/>
                    <a:pt x="3083" y="3585"/>
                    <a:pt x="2908" y="2608"/>
                  </a:cubicBezTo>
                  <a:cubicBezTo>
                    <a:pt x="2883" y="2507"/>
                    <a:pt x="2858" y="2432"/>
                    <a:pt x="2858" y="2332"/>
                  </a:cubicBezTo>
                  <a:cubicBezTo>
                    <a:pt x="2807" y="2056"/>
                    <a:pt x="2732" y="1705"/>
                    <a:pt x="2632" y="1279"/>
                  </a:cubicBezTo>
                  <a:cubicBezTo>
                    <a:pt x="2532" y="803"/>
                    <a:pt x="2331" y="327"/>
                    <a:pt x="2231" y="101"/>
                  </a:cubicBezTo>
                  <a:cubicBezTo>
                    <a:pt x="2206" y="26"/>
                    <a:pt x="2181" y="1"/>
                    <a:pt x="21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1"/>
            <p:cNvSpPr/>
            <p:nvPr/>
          </p:nvSpPr>
          <p:spPr>
            <a:xfrm>
              <a:off x="6413424" y="3155201"/>
              <a:ext cx="222662" cy="226215"/>
            </a:xfrm>
            <a:custGeom>
              <a:avLst/>
              <a:gdLst/>
              <a:ahLst/>
              <a:cxnLst/>
              <a:rect l="l" t="t" r="r" b="b"/>
              <a:pathLst>
                <a:path w="2256" h="2292" extrusionOk="0">
                  <a:moveTo>
                    <a:pt x="251" y="1"/>
                  </a:moveTo>
                  <a:lnTo>
                    <a:pt x="251" y="1"/>
                  </a:lnTo>
                  <a:cubicBezTo>
                    <a:pt x="50" y="627"/>
                    <a:pt x="0" y="1630"/>
                    <a:pt x="727" y="2131"/>
                  </a:cubicBezTo>
                  <a:cubicBezTo>
                    <a:pt x="897" y="2241"/>
                    <a:pt x="1138" y="2291"/>
                    <a:pt x="1402" y="2291"/>
                  </a:cubicBezTo>
                  <a:cubicBezTo>
                    <a:pt x="1681" y="2291"/>
                    <a:pt x="1985" y="2234"/>
                    <a:pt x="2256" y="2131"/>
                  </a:cubicBezTo>
                  <a:cubicBezTo>
                    <a:pt x="2181" y="1805"/>
                    <a:pt x="2055" y="1079"/>
                    <a:pt x="1930" y="527"/>
                  </a:cubicBezTo>
                  <a:cubicBezTo>
                    <a:pt x="1905" y="377"/>
                    <a:pt x="1855" y="226"/>
                    <a:pt x="1830" y="101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1"/>
            <p:cNvSpPr/>
            <p:nvPr/>
          </p:nvSpPr>
          <p:spPr>
            <a:xfrm>
              <a:off x="6410956" y="2952573"/>
              <a:ext cx="630874" cy="627124"/>
            </a:xfrm>
            <a:custGeom>
              <a:avLst/>
              <a:gdLst/>
              <a:ahLst/>
              <a:cxnLst/>
              <a:rect l="l" t="t" r="r" b="b"/>
              <a:pathLst>
                <a:path w="6392" h="6354" extrusionOk="0">
                  <a:moveTo>
                    <a:pt x="4919" y="1"/>
                  </a:moveTo>
                  <a:cubicBezTo>
                    <a:pt x="4332" y="1"/>
                    <a:pt x="3606" y="365"/>
                    <a:pt x="3083" y="675"/>
                  </a:cubicBezTo>
                  <a:cubicBezTo>
                    <a:pt x="2707" y="901"/>
                    <a:pt x="2431" y="1101"/>
                    <a:pt x="2431" y="1101"/>
                  </a:cubicBezTo>
                  <a:lnTo>
                    <a:pt x="501" y="1177"/>
                  </a:lnTo>
                  <a:cubicBezTo>
                    <a:pt x="501" y="1177"/>
                    <a:pt x="401" y="1327"/>
                    <a:pt x="301" y="1578"/>
                  </a:cubicBezTo>
                  <a:cubicBezTo>
                    <a:pt x="176" y="1903"/>
                    <a:pt x="0" y="2430"/>
                    <a:pt x="75" y="2931"/>
                  </a:cubicBezTo>
                  <a:cubicBezTo>
                    <a:pt x="125" y="3307"/>
                    <a:pt x="176" y="3583"/>
                    <a:pt x="551" y="3833"/>
                  </a:cubicBezTo>
                  <a:cubicBezTo>
                    <a:pt x="662" y="3910"/>
                    <a:pt x="815" y="3943"/>
                    <a:pt x="992" y="3943"/>
                  </a:cubicBezTo>
                  <a:cubicBezTo>
                    <a:pt x="1340" y="3943"/>
                    <a:pt x="1782" y="3815"/>
                    <a:pt x="2181" y="3633"/>
                  </a:cubicBezTo>
                  <a:cubicBezTo>
                    <a:pt x="2717" y="3390"/>
                    <a:pt x="3242" y="3112"/>
                    <a:pt x="3532" y="3112"/>
                  </a:cubicBezTo>
                  <a:cubicBezTo>
                    <a:pt x="3662" y="3112"/>
                    <a:pt x="3744" y="3168"/>
                    <a:pt x="3760" y="3307"/>
                  </a:cubicBezTo>
                  <a:cubicBezTo>
                    <a:pt x="3885" y="4836"/>
                    <a:pt x="4085" y="6264"/>
                    <a:pt x="4085" y="6264"/>
                  </a:cubicBezTo>
                  <a:cubicBezTo>
                    <a:pt x="4267" y="6329"/>
                    <a:pt x="4445" y="6354"/>
                    <a:pt x="4610" y="6354"/>
                  </a:cubicBezTo>
                  <a:cubicBezTo>
                    <a:pt x="5152" y="6354"/>
                    <a:pt x="5564" y="6089"/>
                    <a:pt x="5564" y="6089"/>
                  </a:cubicBezTo>
                  <a:cubicBezTo>
                    <a:pt x="5564" y="6089"/>
                    <a:pt x="6391" y="1427"/>
                    <a:pt x="5689" y="375"/>
                  </a:cubicBezTo>
                  <a:cubicBezTo>
                    <a:pt x="5506" y="104"/>
                    <a:pt x="5232" y="1"/>
                    <a:pt x="49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1"/>
            <p:cNvSpPr/>
            <p:nvPr/>
          </p:nvSpPr>
          <p:spPr>
            <a:xfrm>
              <a:off x="6344137" y="3061240"/>
              <a:ext cx="390941" cy="181603"/>
            </a:xfrm>
            <a:custGeom>
              <a:avLst/>
              <a:gdLst/>
              <a:ahLst/>
              <a:cxnLst/>
              <a:rect l="l" t="t" r="r" b="b"/>
              <a:pathLst>
                <a:path w="3961" h="1840" extrusionOk="0">
                  <a:moveTo>
                    <a:pt x="3108" y="0"/>
                  </a:moveTo>
                  <a:lnTo>
                    <a:pt x="1178" y="76"/>
                  </a:lnTo>
                  <a:cubicBezTo>
                    <a:pt x="1178" y="76"/>
                    <a:pt x="1078" y="226"/>
                    <a:pt x="978" y="477"/>
                  </a:cubicBezTo>
                  <a:lnTo>
                    <a:pt x="251" y="627"/>
                  </a:lnTo>
                  <a:cubicBezTo>
                    <a:pt x="101" y="1078"/>
                    <a:pt x="0" y="1379"/>
                    <a:pt x="25" y="1780"/>
                  </a:cubicBezTo>
                  <a:cubicBezTo>
                    <a:pt x="154" y="1817"/>
                    <a:pt x="323" y="1840"/>
                    <a:pt x="522" y="1840"/>
                  </a:cubicBezTo>
                  <a:cubicBezTo>
                    <a:pt x="595" y="1840"/>
                    <a:pt x="672" y="1837"/>
                    <a:pt x="752" y="1830"/>
                  </a:cubicBezTo>
                  <a:cubicBezTo>
                    <a:pt x="1304" y="1805"/>
                    <a:pt x="2030" y="1655"/>
                    <a:pt x="2632" y="1479"/>
                  </a:cubicBezTo>
                  <a:cubicBezTo>
                    <a:pt x="3409" y="1229"/>
                    <a:pt x="3960" y="853"/>
                    <a:pt x="3910" y="602"/>
                  </a:cubicBezTo>
                  <a:lnTo>
                    <a:pt x="3910" y="602"/>
                  </a:lnTo>
                  <a:lnTo>
                    <a:pt x="3108" y="65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2A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1"/>
            <p:cNvSpPr/>
            <p:nvPr/>
          </p:nvSpPr>
          <p:spPr>
            <a:xfrm>
              <a:off x="6302092" y="2650556"/>
              <a:ext cx="436539" cy="557345"/>
            </a:xfrm>
            <a:custGeom>
              <a:avLst/>
              <a:gdLst/>
              <a:ahLst/>
              <a:cxnLst/>
              <a:rect l="l" t="t" r="r" b="b"/>
              <a:pathLst>
                <a:path w="4423" h="5647" extrusionOk="0">
                  <a:moveTo>
                    <a:pt x="1800" y="0"/>
                  </a:moveTo>
                  <a:cubicBezTo>
                    <a:pt x="1115" y="0"/>
                    <a:pt x="676" y="553"/>
                    <a:pt x="602" y="903"/>
                  </a:cubicBezTo>
                  <a:cubicBezTo>
                    <a:pt x="251" y="2658"/>
                    <a:pt x="0" y="3460"/>
                    <a:pt x="251" y="5339"/>
                  </a:cubicBezTo>
                  <a:cubicBezTo>
                    <a:pt x="282" y="5556"/>
                    <a:pt x="697" y="5646"/>
                    <a:pt x="1251" y="5646"/>
                  </a:cubicBezTo>
                  <a:cubicBezTo>
                    <a:pt x="2488" y="5646"/>
                    <a:pt x="4423" y="5198"/>
                    <a:pt x="4336" y="4713"/>
                  </a:cubicBezTo>
                  <a:cubicBezTo>
                    <a:pt x="3760" y="1530"/>
                    <a:pt x="3208" y="603"/>
                    <a:pt x="2632" y="252"/>
                  </a:cubicBezTo>
                  <a:cubicBezTo>
                    <a:pt x="2326" y="72"/>
                    <a:pt x="2047" y="0"/>
                    <a:pt x="18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1"/>
            <p:cNvSpPr/>
            <p:nvPr/>
          </p:nvSpPr>
          <p:spPr>
            <a:xfrm>
              <a:off x="6967518" y="2326234"/>
              <a:ext cx="56948" cy="99388"/>
            </a:xfrm>
            <a:custGeom>
              <a:avLst/>
              <a:gdLst/>
              <a:ahLst/>
              <a:cxnLst/>
              <a:rect l="l" t="t" r="r" b="b"/>
              <a:pathLst>
                <a:path w="577" h="1007" extrusionOk="0">
                  <a:moveTo>
                    <a:pt x="266" y="1"/>
                  </a:moveTo>
                  <a:cubicBezTo>
                    <a:pt x="77" y="1"/>
                    <a:pt x="0" y="831"/>
                    <a:pt x="0" y="831"/>
                  </a:cubicBezTo>
                  <a:lnTo>
                    <a:pt x="301" y="1006"/>
                  </a:lnTo>
                  <a:cubicBezTo>
                    <a:pt x="527" y="480"/>
                    <a:pt x="577" y="330"/>
                    <a:pt x="351" y="54"/>
                  </a:cubicBezTo>
                  <a:cubicBezTo>
                    <a:pt x="320" y="17"/>
                    <a:pt x="292" y="1"/>
                    <a:pt x="266" y="1"/>
                  </a:cubicBezTo>
                  <a:close/>
                </a:path>
              </a:pathLst>
            </a:custGeom>
            <a:solidFill>
              <a:srgbClr val="805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1"/>
            <p:cNvSpPr/>
            <p:nvPr/>
          </p:nvSpPr>
          <p:spPr>
            <a:xfrm>
              <a:off x="6539561" y="2402527"/>
              <a:ext cx="455193" cy="414233"/>
            </a:xfrm>
            <a:custGeom>
              <a:avLst/>
              <a:gdLst/>
              <a:ahLst/>
              <a:cxnLst/>
              <a:rect l="l" t="t" r="r" b="b"/>
              <a:pathLst>
                <a:path w="4612" h="4197" extrusionOk="0">
                  <a:moveTo>
                    <a:pt x="4349" y="0"/>
                  </a:moveTo>
                  <a:cubicBezTo>
                    <a:pt x="4308" y="0"/>
                    <a:pt x="4262" y="10"/>
                    <a:pt x="4211" y="33"/>
                  </a:cubicBezTo>
                  <a:cubicBezTo>
                    <a:pt x="4211" y="33"/>
                    <a:pt x="2983" y="1887"/>
                    <a:pt x="2381" y="2314"/>
                  </a:cubicBezTo>
                  <a:cubicBezTo>
                    <a:pt x="1930" y="2639"/>
                    <a:pt x="878" y="2815"/>
                    <a:pt x="401" y="3291"/>
                  </a:cubicBezTo>
                  <a:cubicBezTo>
                    <a:pt x="251" y="3441"/>
                    <a:pt x="0" y="3943"/>
                    <a:pt x="426" y="4093"/>
                  </a:cubicBezTo>
                  <a:cubicBezTo>
                    <a:pt x="617" y="4157"/>
                    <a:pt x="842" y="4196"/>
                    <a:pt x="1093" y="4196"/>
                  </a:cubicBezTo>
                  <a:cubicBezTo>
                    <a:pt x="1731" y="4196"/>
                    <a:pt x="2538" y="3939"/>
                    <a:pt x="3384" y="3166"/>
                  </a:cubicBezTo>
                  <a:cubicBezTo>
                    <a:pt x="4487" y="2188"/>
                    <a:pt x="4612" y="183"/>
                    <a:pt x="4612" y="183"/>
                  </a:cubicBezTo>
                  <a:cubicBezTo>
                    <a:pt x="4612" y="183"/>
                    <a:pt x="4529" y="0"/>
                    <a:pt x="43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1"/>
            <p:cNvSpPr/>
            <p:nvPr/>
          </p:nvSpPr>
          <p:spPr>
            <a:xfrm>
              <a:off x="6208032" y="2375879"/>
              <a:ext cx="527045" cy="714471"/>
            </a:xfrm>
            <a:custGeom>
              <a:avLst/>
              <a:gdLst/>
              <a:ahLst/>
              <a:cxnLst/>
              <a:rect l="l" t="t" r="r" b="b"/>
              <a:pathLst>
                <a:path w="5340" h="7239" extrusionOk="0">
                  <a:moveTo>
                    <a:pt x="2802" y="1"/>
                  </a:moveTo>
                  <a:cubicBezTo>
                    <a:pt x="1181" y="1"/>
                    <a:pt x="1816" y="1136"/>
                    <a:pt x="1154" y="1406"/>
                  </a:cubicBezTo>
                  <a:cubicBezTo>
                    <a:pt x="477" y="1681"/>
                    <a:pt x="1104" y="2659"/>
                    <a:pt x="828" y="2884"/>
                  </a:cubicBezTo>
                  <a:cubicBezTo>
                    <a:pt x="1" y="3561"/>
                    <a:pt x="728" y="3987"/>
                    <a:pt x="703" y="4438"/>
                  </a:cubicBezTo>
                  <a:cubicBezTo>
                    <a:pt x="678" y="4814"/>
                    <a:pt x="778" y="5090"/>
                    <a:pt x="1029" y="5340"/>
                  </a:cubicBezTo>
                  <a:cubicBezTo>
                    <a:pt x="1229" y="5541"/>
                    <a:pt x="1329" y="5792"/>
                    <a:pt x="1404" y="6067"/>
                  </a:cubicBezTo>
                  <a:cubicBezTo>
                    <a:pt x="1480" y="6318"/>
                    <a:pt x="1329" y="6594"/>
                    <a:pt x="1430" y="6844"/>
                  </a:cubicBezTo>
                  <a:cubicBezTo>
                    <a:pt x="1505" y="6995"/>
                    <a:pt x="1630" y="7070"/>
                    <a:pt x="1755" y="7145"/>
                  </a:cubicBezTo>
                  <a:cubicBezTo>
                    <a:pt x="1892" y="7206"/>
                    <a:pt x="2047" y="7239"/>
                    <a:pt x="2198" y="7239"/>
                  </a:cubicBezTo>
                  <a:cubicBezTo>
                    <a:pt x="2296" y="7239"/>
                    <a:pt x="2393" y="7225"/>
                    <a:pt x="2482" y="7195"/>
                  </a:cubicBezTo>
                  <a:cubicBezTo>
                    <a:pt x="2633" y="7145"/>
                    <a:pt x="2758" y="7070"/>
                    <a:pt x="2883" y="6970"/>
                  </a:cubicBezTo>
                  <a:cubicBezTo>
                    <a:pt x="2983" y="6869"/>
                    <a:pt x="3034" y="6744"/>
                    <a:pt x="3184" y="6694"/>
                  </a:cubicBezTo>
                  <a:cubicBezTo>
                    <a:pt x="3272" y="6664"/>
                    <a:pt x="3369" y="6652"/>
                    <a:pt x="3464" y="6652"/>
                  </a:cubicBezTo>
                  <a:cubicBezTo>
                    <a:pt x="3531" y="6652"/>
                    <a:pt x="3598" y="6658"/>
                    <a:pt x="3660" y="6669"/>
                  </a:cubicBezTo>
                  <a:cubicBezTo>
                    <a:pt x="3810" y="6719"/>
                    <a:pt x="3961" y="6794"/>
                    <a:pt x="4111" y="6819"/>
                  </a:cubicBezTo>
                  <a:cubicBezTo>
                    <a:pt x="4134" y="6822"/>
                    <a:pt x="4157" y="6823"/>
                    <a:pt x="4180" y="6823"/>
                  </a:cubicBezTo>
                  <a:cubicBezTo>
                    <a:pt x="4382" y="6823"/>
                    <a:pt x="4580" y="6726"/>
                    <a:pt x="4738" y="6569"/>
                  </a:cubicBezTo>
                  <a:cubicBezTo>
                    <a:pt x="4888" y="6418"/>
                    <a:pt x="5089" y="6142"/>
                    <a:pt x="5139" y="5917"/>
                  </a:cubicBezTo>
                  <a:cubicBezTo>
                    <a:pt x="5189" y="5792"/>
                    <a:pt x="5139" y="5616"/>
                    <a:pt x="5114" y="5491"/>
                  </a:cubicBezTo>
                  <a:cubicBezTo>
                    <a:pt x="4963" y="5040"/>
                    <a:pt x="4612" y="4664"/>
                    <a:pt x="4287" y="4338"/>
                  </a:cubicBezTo>
                  <a:cubicBezTo>
                    <a:pt x="3560" y="3636"/>
                    <a:pt x="5339" y="3085"/>
                    <a:pt x="4487" y="2358"/>
                  </a:cubicBezTo>
                  <a:cubicBezTo>
                    <a:pt x="4161" y="2057"/>
                    <a:pt x="4136" y="2057"/>
                    <a:pt x="4036" y="1180"/>
                  </a:cubicBezTo>
                  <a:cubicBezTo>
                    <a:pt x="3936" y="303"/>
                    <a:pt x="3359" y="2"/>
                    <a:pt x="2908" y="2"/>
                  </a:cubicBezTo>
                  <a:cubicBezTo>
                    <a:pt x="2872" y="1"/>
                    <a:pt x="2836" y="1"/>
                    <a:pt x="2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3" name="Google Shape;1453;p31"/>
          <p:cNvSpPr txBox="1"/>
          <p:nvPr/>
        </p:nvSpPr>
        <p:spPr>
          <a:xfrm>
            <a:off x="5288046" y="470176"/>
            <a:ext cx="2997880" cy="33191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Barlow Semi Condensed SemiBold"/>
                <a:ea typeface="Barlow Semi Condensed SemiBold"/>
                <a:cs typeface="Barlow Semi Condensed SemiBold"/>
                <a:sym typeface="Barlow Semi Condensed SemiBold"/>
              </a:rPr>
              <a:t>Dataset: NYC Citywide Payroll Dataset</a:t>
            </a:r>
            <a:endParaRPr dirty="0">
              <a:solidFill>
                <a:schemeClr val="dk1"/>
              </a:solidFill>
              <a:latin typeface="Barlow Semi Condensed SemiBold"/>
              <a:ea typeface="Barlow Semi Condensed SemiBold"/>
              <a:cs typeface="Barlow Semi Condensed SemiBold"/>
              <a:sym typeface="Barlow Semi Condense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1598" name="Google Shape;1598;p36"/>
          <p:cNvSpPr txBox="1">
            <a:spLocks noGrp="1"/>
          </p:cNvSpPr>
          <p:nvPr>
            <p:ph type="subTitle" idx="1"/>
          </p:nvPr>
        </p:nvSpPr>
        <p:spPr>
          <a:xfrm>
            <a:off x="496893" y="1792289"/>
            <a:ext cx="4936548" cy="1267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2400" b="1" dirty="0"/>
              <a:t>The NYC Citywide Payroll dataset contains large and inconsistent payroll records that make analysis difficult and inefficient. </a:t>
            </a:r>
          </a:p>
        </p:txBody>
      </p:sp>
      <p:grpSp>
        <p:nvGrpSpPr>
          <p:cNvPr id="1599" name="Google Shape;1599;p36"/>
          <p:cNvGrpSpPr/>
          <p:nvPr/>
        </p:nvGrpSpPr>
        <p:grpSpPr>
          <a:xfrm>
            <a:off x="5705925" y="1464088"/>
            <a:ext cx="3200273" cy="2717518"/>
            <a:chOff x="5705925" y="1464088"/>
            <a:chExt cx="3200273" cy="2717518"/>
          </a:xfrm>
        </p:grpSpPr>
        <p:grpSp>
          <p:nvGrpSpPr>
            <p:cNvPr id="1600" name="Google Shape;1600;p36"/>
            <p:cNvGrpSpPr/>
            <p:nvPr/>
          </p:nvGrpSpPr>
          <p:grpSpPr>
            <a:xfrm>
              <a:off x="5705925" y="1464088"/>
              <a:ext cx="3200273" cy="2717518"/>
              <a:chOff x="5705925" y="1464088"/>
              <a:chExt cx="3200273" cy="2717518"/>
            </a:xfrm>
          </p:grpSpPr>
          <p:sp>
            <p:nvSpPr>
              <p:cNvPr id="1601" name="Google Shape;1601;p36"/>
              <p:cNvSpPr/>
              <p:nvPr/>
            </p:nvSpPr>
            <p:spPr>
              <a:xfrm>
                <a:off x="5748801" y="2686691"/>
                <a:ext cx="3032955" cy="870948"/>
              </a:xfrm>
              <a:custGeom>
                <a:avLst/>
                <a:gdLst/>
                <a:ahLst/>
                <a:cxnLst/>
                <a:rect l="l" t="t" r="r" b="b"/>
                <a:pathLst>
                  <a:path w="35440" h="10177" extrusionOk="0">
                    <a:moveTo>
                      <a:pt x="22131" y="1"/>
                    </a:moveTo>
                    <a:lnTo>
                      <a:pt x="16968" y="6266"/>
                    </a:lnTo>
                    <a:lnTo>
                      <a:pt x="13159" y="3810"/>
                    </a:lnTo>
                    <a:lnTo>
                      <a:pt x="7570" y="9349"/>
                    </a:lnTo>
                    <a:lnTo>
                      <a:pt x="3610" y="7194"/>
                    </a:lnTo>
                    <a:lnTo>
                      <a:pt x="1" y="9775"/>
                    </a:lnTo>
                    <a:lnTo>
                      <a:pt x="276" y="10176"/>
                    </a:lnTo>
                    <a:lnTo>
                      <a:pt x="3660" y="7795"/>
                    </a:lnTo>
                    <a:lnTo>
                      <a:pt x="7645" y="9976"/>
                    </a:lnTo>
                    <a:lnTo>
                      <a:pt x="13209" y="4462"/>
                    </a:lnTo>
                    <a:lnTo>
                      <a:pt x="17068" y="6918"/>
                    </a:lnTo>
                    <a:lnTo>
                      <a:pt x="22131" y="778"/>
                    </a:lnTo>
                    <a:lnTo>
                      <a:pt x="27018" y="6316"/>
                    </a:lnTo>
                    <a:lnTo>
                      <a:pt x="30402" y="4136"/>
                    </a:lnTo>
                    <a:lnTo>
                      <a:pt x="35064" y="9374"/>
                    </a:lnTo>
                    <a:lnTo>
                      <a:pt x="35439" y="9023"/>
                    </a:lnTo>
                    <a:lnTo>
                      <a:pt x="30477" y="3459"/>
                    </a:lnTo>
                    <a:lnTo>
                      <a:pt x="27119" y="5640"/>
                    </a:lnTo>
                    <a:lnTo>
                      <a:pt x="221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6"/>
              <p:cNvSpPr/>
              <p:nvPr/>
            </p:nvSpPr>
            <p:spPr>
              <a:xfrm>
                <a:off x="8702348" y="3383745"/>
                <a:ext cx="126573" cy="124519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455" extrusionOk="0">
                    <a:moveTo>
                      <a:pt x="727" y="1"/>
                    </a:moveTo>
                    <a:cubicBezTo>
                      <a:pt x="326" y="1"/>
                      <a:pt x="0" y="327"/>
                      <a:pt x="0" y="728"/>
                    </a:cubicBezTo>
                    <a:cubicBezTo>
                      <a:pt x="0" y="1129"/>
                      <a:pt x="326" y="1455"/>
                      <a:pt x="727" y="1455"/>
                    </a:cubicBezTo>
                    <a:cubicBezTo>
                      <a:pt x="1153" y="1455"/>
                      <a:pt x="1479" y="1129"/>
                      <a:pt x="1479" y="728"/>
                    </a:cubicBezTo>
                    <a:cubicBezTo>
                      <a:pt x="1479" y="327"/>
                      <a:pt x="1153" y="1"/>
                      <a:pt x="7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6"/>
              <p:cNvSpPr/>
              <p:nvPr/>
            </p:nvSpPr>
            <p:spPr>
              <a:xfrm>
                <a:off x="8003071" y="3134962"/>
                <a:ext cx="124519" cy="126658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80" extrusionOk="0">
                    <a:moveTo>
                      <a:pt x="728" y="1"/>
                    </a:moveTo>
                    <a:cubicBezTo>
                      <a:pt x="326" y="1"/>
                      <a:pt x="1" y="327"/>
                      <a:pt x="1" y="753"/>
                    </a:cubicBezTo>
                    <a:cubicBezTo>
                      <a:pt x="1" y="1154"/>
                      <a:pt x="326" y="1479"/>
                      <a:pt x="728" y="1479"/>
                    </a:cubicBezTo>
                    <a:cubicBezTo>
                      <a:pt x="1129" y="1479"/>
                      <a:pt x="1454" y="1154"/>
                      <a:pt x="1454" y="753"/>
                    </a:cubicBezTo>
                    <a:cubicBezTo>
                      <a:pt x="1454" y="327"/>
                      <a:pt x="1129" y="1"/>
                      <a:pt x="728" y="1"/>
                    </a:cubicBezTo>
                    <a:close/>
                  </a:path>
                </a:pathLst>
              </a:custGeom>
              <a:solidFill>
                <a:srgbClr val="F8C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6"/>
              <p:cNvSpPr/>
              <p:nvPr/>
            </p:nvSpPr>
            <p:spPr>
              <a:xfrm>
                <a:off x="8286171" y="2937614"/>
                <a:ext cx="126658" cy="124519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55" extrusionOk="0">
                    <a:moveTo>
                      <a:pt x="753" y="1"/>
                    </a:moveTo>
                    <a:cubicBezTo>
                      <a:pt x="327" y="1"/>
                      <a:pt x="1" y="327"/>
                      <a:pt x="1" y="728"/>
                    </a:cubicBezTo>
                    <a:cubicBezTo>
                      <a:pt x="1" y="1129"/>
                      <a:pt x="327" y="1455"/>
                      <a:pt x="753" y="1455"/>
                    </a:cubicBezTo>
                    <a:cubicBezTo>
                      <a:pt x="1154" y="1455"/>
                      <a:pt x="1480" y="1129"/>
                      <a:pt x="1480" y="728"/>
                    </a:cubicBezTo>
                    <a:cubicBezTo>
                      <a:pt x="1480" y="327"/>
                      <a:pt x="1154" y="1"/>
                      <a:pt x="7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6"/>
              <p:cNvSpPr/>
              <p:nvPr/>
            </p:nvSpPr>
            <p:spPr>
              <a:xfrm>
                <a:off x="7580561" y="2656653"/>
                <a:ext cx="124433" cy="126658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1480" extrusionOk="0">
                    <a:moveTo>
                      <a:pt x="727" y="1"/>
                    </a:moveTo>
                    <a:cubicBezTo>
                      <a:pt x="326" y="1"/>
                      <a:pt x="0" y="327"/>
                      <a:pt x="0" y="728"/>
                    </a:cubicBezTo>
                    <a:cubicBezTo>
                      <a:pt x="0" y="1129"/>
                      <a:pt x="326" y="1479"/>
                      <a:pt x="727" y="1479"/>
                    </a:cubicBezTo>
                    <a:cubicBezTo>
                      <a:pt x="1128" y="1479"/>
                      <a:pt x="1454" y="1129"/>
                      <a:pt x="1454" y="728"/>
                    </a:cubicBezTo>
                    <a:cubicBezTo>
                      <a:pt x="1454" y="327"/>
                      <a:pt x="1128" y="1"/>
                      <a:pt x="727" y="1"/>
                    </a:cubicBezTo>
                    <a:close/>
                  </a:path>
                </a:pathLst>
              </a:custGeom>
              <a:solidFill>
                <a:srgbClr val="F8C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6"/>
              <p:cNvSpPr/>
              <p:nvPr/>
            </p:nvSpPr>
            <p:spPr>
              <a:xfrm>
                <a:off x="7157966" y="3169280"/>
                <a:ext cx="126658" cy="126658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80" extrusionOk="0">
                    <a:moveTo>
                      <a:pt x="753" y="1"/>
                    </a:moveTo>
                    <a:cubicBezTo>
                      <a:pt x="352" y="1"/>
                      <a:pt x="1" y="352"/>
                      <a:pt x="1" y="753"/>
                    </a:cubicBezTo>
                    <a:cubicBezTo>
                      <a:pt x="1" y="1154"/>
                      <a:pt x="352" y="1479"/>
                      <a:pt x="753" y="1479"/>
                    </a:cubicBezTo>
                    <a:cubicBezTo>
                      <a:pt x="1154" y="1479"/>
                      <a:pt x="1480" y="1154"/>
                      <a:pt x="1480" y="753"/>
                    </a:cubicBezTo>
                    <a:cubicBezTo>
                      <a:pt x="1480" y="352"/>
                      <a:pt x="1154" y="1"/>
                      <a:pt x="753" y="1"/>
                    </a:cubicBezTo>
                    <a:close/>
                  </a:path>
                </a:pathLst>
              </a:custGeom>
              <a:solidFill>
                <a:srgbClr val="F8C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6"/>
              <p:cNvSpPr/>
              <p:nvPr/>
            </p:nvSpPr>
            <p:spPr>
              <a:xfrm>
                <a:off x="6819153" y="2999831"/>
                <a:ext cx="126573" cy="126658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480" extrusionOk="0">
                    <a:moveTo>
                      <a:pt x="727" y="1"/>
                    </a:moveTo>
                    <a:cubicBezTo>
                      <a:pt x="326" y="1"/>
                      <a:pt x="0" y="327"/>
                      <a:pt x="0" y="728"/>
                    </a:cubicBezTo>
                    <a:cubicBezTo>
                      <a:pt x="0" y="1154"/>
                      <a:pt x="326" y="1479"/>
                      <a:pt x="727" y="1479"/>
                    </a:cubicBezTo>
                    <a:cubicBezTo>
                      <a:pt x="1153" y="1479"/>
                      <a:pt x="1479" y="1154"/>
                      <a:pt x="1479" y="728"/>
                    </a:cubicBezTo>
                    <a:cubicBezTo>
                      <a:pt x="1479" y="327"/>
                      <a:pt x="1153" y="1"/>
                      <a:pt x="727" y="1"/>
                    </a:cubicBezTo>
                    <a:close/>
                  </a:path>
                </a:pathLst>
              </a:custGeom>
              <a:solidFill>
                <a:srgbClr val="F8C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6"/>
              <p:cNvSpPr/>
              <p:nvPr/>
            </p:nvSpPr>
            <p:spPr>
              <a:xfrm>
                <a:off x="6351543" y="3445962"/>
                <a:ext cx="126658" cy="126658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80" extrusionOk="0">
                    <a:moveTo>
                      <a:pt x="752" y="1"/>
                    </a:moveTo>
                    <a:cubicBezTo>
                      <a:pt x="351" y="1"/>
                      <a:pt x="0" y="327"/>
                      <a:pt x="0" y="728"/>
                    </a:cubicBezTo>
                    <a:cubicBezTo>
                      <a:pt x="0" y="1154"/>
                      <a:pt x="351" y="1480"/>
                      <a:pt x="752" y="1480"/>
                    </a:cubicBezTo>
                    <a:cubicBezTo>
                      <a:pt x="1153" y="1480"/>
                      <a:pt x="1479" y="1154"/>
                      <a:pt x="1479" y="728"/>
                    </a:cubicBezTo>
                    <a:cubicBezTo>
                      <a:pt x="1479" y="327"/>
                      <a:pt x="1153" y="1"/>
                      <a:pt x="752" y="1"/>
                    </a:cubicBezTo>
                    <a:close/>
                  </a:path>
                </a:pathLst>
              </a:custGeom>
              <a:solidFill>
                <a:srgbClr val="F8C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6"/>
              <p:cNvSpPr/>
              <p:nvPr/>
            </p:nvSpPr>
            <p:spPr>
              <a:xfrm>
                <a:off x="6019063" y="3261536"/>
                <a:ext cx="124519" cy="126658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80" extrusionOk="0">
                    <a:moveTo>
                      <a:pt x="727" y="0"/>
                    </a:moveTo>
                    <a:cubicBezTo>
                      <a:pt x="326" y="0"/>
                      <a:pt x="1" y="326"/>
                      <a:pt x="1" y="727"/>
                    </a:cubicBezTo>
                    <a:cubicBezTo>
                      <a:pt x="1" y="1153"/>
                      <a:pt x="326" y="1479"/>
                      <a:pt x="727" y="1479"/>
                    </a:cubicBezTo>
                    <a:cubicBezTo>
                      <a:pt x="1128" y="1479"/>
                      <a:pt x="1454" y="1153"/>
                      <a:pt x="1454" y="727"/>
                    </a:cubicBezTo>
                    <a:cubicBezTo>
                      <a:pt x="1454" y="326"/>
                      <a:pt x="1128" y="0"/>
                      <a:pt x="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6"/>
              <p:cNvSpPr/>
              <p:nvPr/>
            </p:nvSpPr>
            <p:spPr>
              <a:xfrm>
                <a:off x="6621805" y="1464088"/>
                <a:ext cx="1510059" cy="2655462"/>
              </a:xfrm>
              <a:custGeom>
                <a:avLst/>
                <a:gdLst/>
                <a:ahLst/>
                <a:cxnLst/>
                <a:rect l="l" t="t" r="r" b="b"/>
                <a:pathLst>
                  <a:path w="17645" h="31029" extrusionOk="0">
                    <a:moveTo>
                      <a:pt x="1755" y="1"/>
                    </a:moveTo>
                    <a:cubicBezTo>
                      <a:pt x="802" y="1"/>
                      <a:pt x="0" y="778"/>
                      <a:pt x="0" y="1755"/>
                    </a:cubicBezTo>
                    <a:lnTo>
                      <a:pt x="0" y="29274"/>
                    </a:lnTo>
                    <a:cubicBezTo>
                      <a:pt x="0" y="30252"/>
                      <a:pt x="802" y="31029"/>
                      <a:pt x="1755" y="31029"/>
                    </a:cubicBezTo>
                    <a:lnTo>
                      <a:pt x="15890" y="31029"/>
                    </a:lnTo>
                    <a:cubicBezTo>
                      <a:pt x="16868" y="31029"/>
                      <a:pt x="17644" y="30252"/>
                      <a:pt x="17644" y="29274"/>
                    </a:cubicBezTo>
                    <a:lnTo>
                      <a:pt x="17644" y="1755"/>
                    </a:lnTo>
                    <a:cubicBezTo>
                      <a:pt x="17644" y="778"/>
                      <a:pt x="16868" y="1"/>
                      <a:pt x="158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6"/>
              <p:cNvSpPr/>
              <p:nvPr/>
            </p:nvSpPr>
            <p:spPr>
              <a:xfrm>
                <a:off x="6729037" y="1700033"/>
                <a:ext cx="1291317" cy="2061365"/>
              </a:xfrm>
              <a:custGeom>
                <a:avLst/>
                <a:gdLst/>
                <a:ahLst/>
                <a:cxnLst/>
                <a:rect l="l" t="t" r="r" b="b"/>
                <a:pathLst>
                  <a:path w="15089" h="24087" extrusionOk="0">
                    <a:moveTo>
                      <a:pt x="0" y="1"/>
                    </a:moveTo>
                    <a:lnTo>
                      <a:pt x="0" y="24086"/>
                    </a:lnTo>
                    <a:lnTo>
                      <a:pt x="15088" y="24086"/>
                    </a:lnTo>
                    <a:lnTo>
                      <a:pt x="150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6"/>
              <p:cNvSpPr/>
              <p:nvPr/>
            </p:nvSpPr>
            <p:spPr>
              <a:xfrm>
                <a:off x="6924246" y="1541367"/>
                <a:ext cx="915877" cy="53659"/>
              </a:xfrm>
              <a:custGeom>
                <a:avLst/>
                <a:gdLst/>
                <a:ahLst/>
                <a:cxnLst/>
                <a:rect l="l" t="t" r="r" b="b"/>
                <a:pathLst>
                  <a:path w="10702" h="627" extrusionOk="0">
                    <a:moveTo>
                      <a:pt x="301" y="0"/>
                    </a:moveTo>
                    <a:cubicBezTo>
                      <a:pt x="150" y="0"/>
                      <a:pt x="0" y="150"/>
                      <a:pt x="0" y="301"/>
                    </a:cubicBezTo>
                    <a:cubicBezTo>
                      <a:pt x="0" y="476"/>
                      <a:pt x="150" y="627"/>
                      <a:pt x="301" y="627"/>
                    </a:cubicBezTo>
                    <a:lnTo>
                      <a:pt x="10401" y="627"/>
                    </a:lnTo>
                    <a:cubicBezTo>
                      <a:pt x="10552" y="627"/>
                      <a:pt x="10702" y="476"/>
                      <a:pt x="10702" y="301"/>
                    </a:cubicBezTo>
                    <a:cubicBezTo>
                      <a:pt x="10702" y="150"/>
                      <a:pt x="10552" y="0"/>
                      <a:pt x="10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6"/>
              <p:cNvSpPr/>
              <p:nvPr/>
            </p:nvSpPr>
            <p:spPr>
              <a:xfrm>
                <a:off x="8251853" y="2144025"/>
                <a:ext cx="148139" cy="145914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705" extrusionOk="0">
                    <a:moveTo>
                      <a:pt x="302" y="1"/>
                    </a:moveTo>
                    <a:lnTo>
                      <a:pt x="1" y="301"/>
                    </a:lnTo>
                    <a:lnTo>
                      <a:pt x="1430" y="1705"/>
                    </a:lnTo>
                    <a:lnTo>
                      <a:pt x="1730" y="1404"/>
                    </a:lnTo>
                    <a:lnTo>
                      <a:pt x="30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6"/>
              <p:cNvSpPr/>
              <p:nvPr/>
            </p:nvSpPr>
            <p:spPr>
              <a:xfrm>
                <a:off x="8254078" y="2144025"/>
                <a:ext cx="143774" cy="145914"/>
              </a:xfrm>
              <a:custGeom>
                <a:avLst/>
                <a:gdLst/>
                <a:ahLst/>
                <a:cxnLst/>
                <a:rect l="l" t="t" r="r" b="b"/>
                <a:pathLst>
                  <a:path w="1680" h="1705" extrusionOk="0">
                    <a:moveTo>
                      <a:pt x="1404" y="1"/>
                    </a:moveTo>
                    <a:lnTo>
                      <a:pt x="0" y="1404"/>
                    </a:lnTo>
                    <a:lnTo>
                      <a:pt x="276" y="1705"/>
                    </a:lnTo>
                    <a:lnTo>
                      <a:pt x="1679" y="301"/>
                    </a:lnTo>
                    <a:lnTo>
                      <a:pt x="140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6"/>
              <p:cNvSpPr/>
              <p:nvPr/>
            </p:nvSpPr>
            <p:spPr>
              <a:xfrm>
                <a:off x="8284031" y="1899521"/>
                <a:ext cx="622167" cy="92341"/>
              </a:xfrm>
              <a:custGeom>
                <a:avLst/>
                <a:gdLst/>
                <a:ahLst/>
                <a:cxnLst/>
                <a:rect l="l" t="t" r="r" b="b"/>
                <a:pathLst>
                  <a:path w="7270" h="1079" extrusionOk="0">
                    <a:moveTo>
                      <a:pt x="7094" y="1"/>
                    </a:moveTo>
                    <a:lnTo>
                      <a:pt x="6542" y="652"/>
                    </a:lnTo>
                    <a:cubicBezTo>
                      <a:pt x="6442" y="752"/>
                      <a:pt x="6317" y="803"/>
                      <a:pt x="6166" y="803"/>
                    </a:cubicBezTo>
                    <a:cubicBezTo>
                      <a:pt x="6041" y="803"/>
                      <a:pt x="5891" y="752"/>
                      <a:pt x="5815" y="627"/>
                    </a:cubicBezTo>
                    <a:lnTo>
                      <a:pt x="5565" y="326"/>
                    </a:lnTo>
                    <a:cubicBezTo>
                      <a:pt x="5440" y="176"/>
                      <a:pt x="5239" y="101"/>
                      <a:pt x="5064" y="76"/>
                    </a:cubicBezTo>
                    <a:cubicBezTo>
                      <a:pt x="4863" y="76"/>
                      <a:pt x="4688" y="151"/>
                      <a:pt x="4537" y="276"/>
                    </a:cubicBezTo>
                    <a:lnTo>
                      <a:pt x="4086" y="727"/>
                    </a:lnTo>
                    <a:cubicBezTo>
                      <a:pt x="3986" y="803"/>
                      <a:pt x="3861" y="853"/>
                      <a:pt x="3735" y="853"/>
                    </a:cubicBezTo>
                    <a:cubicBezTo>
                      <a:pt x="3585" y="853"/>
                      <a:pt x="3485" y="803"/>
                      <a:pt x="3384" y="702"/>
                    </a:cubicBezTo>
                    <a:lnTo>
                      <a:pt x="2983" y="276"/>
                    </a:lnTo>
                    <a:cubicBezTo>
                      <a:pt x="2858" y="126"/>
                      <a:pt x="2683" y="51"/>
                      <a:pt x="2482" y="51"/>
                    </a:cubicBezTo>
                    <a:cubicBezTo>
                      <a:pt x="2459" y="47"/>
                      <a:pt x="2437" y="46"/>
                      <a:pt x="2414" y="46"/>
                    </a:cubicBezTo>
                    <a:cubicBezTo>
                      <a:pt x="2262" y="46"/>
                      <a:pt x="2112" y="117"/>
                      <a:pt x="1981" y="226"/>
                    </a:cubicBezTo>
                    <a:lnTo>
                      <a:pt x="1455" y="727"/>
                    </a:lnTo>
                    <a:cubicBezTo>
                      <a:pt x="1370" y="812"/>
                      <a:pt x="1250" y="856"/>
                      <a:pt x="1129" y="856"/>
                    </a:cubicBezTo>
                    <a:cubicBezTo>
                      <a:pt x="999" y="856"/>
                      <a:pt x="868" y="806"/>
                      <a:pt x="778" y="702"/>
                    </a:cubicBezTo>
                    <a:lnTo>
                      <a:pt x="151" y="51"/>
                    </a:lnTo>
                    <a:lnTo>
                      <a:pt x="1" y="201"/>
                    </a:lnTo>
                    <a:lnTo>
                      <a:pt x="627" y="853"/>
                    </a:lnTo>
                    <a:cubicBezTo>
                      <a:pt x="756" y="994"/>
                      <a:pt x="937" y="1063"/>
                      <a:pt x="1120" y="1063"/>
                    </a:cubicBezTo>
                    <a:cubicBezTo>
                      <a:pt x="1294" y="1063"/>
                      <a:pt x="1470" y="1000"/>
                      <a:pt x="1605" y="878"/>
                    </a:cubicBezTo>
                    <a:lnTo>
                      <a:pt x="2131" y="376"/>
                    </a:lnTo>
                    <a:cubicBezTo>
                      <a:pt x="2231" y="301"/>
                      <a:pt x="2357" y="251"/>
                      <a:pt x="2482" y="251"/>
                    </a:cubicBezTo>
                    <a:cubicBezTo>
                      <a:pt x="2607" y="251"/>
                      <a:pt x="2733" y="326"/>
                      <a:pt x="2833" y="402"/>
                    </a:cubicBezTo>
                    <a:lnTo>
                      <a:pt x="3234" y="853"/>
                    </a:lnTo>
                    <a:cubicBezTo>
                      <a:pt x="3359" y="978"/>
                      <a:pt x="3535" y="1053"/>
                      <a:pt x="3710" y="1078"/>
                    </a:cubicBezTo>
                    <a:cubicBezTo>
                      <a:pt x="3911" y="1078"/>
                      <a:pt x="4086" y="1003"/>
                      <a:pt x="4211" y="878"/>
                    </a:cubicBezTo>
                    <a:lnTo>
                      <a:pt x="4688" y="427"/>
                    </a:lnTo>
                    <a:cubicBezTo>
                      <a:pt x="4788" y="326"/>
                      <a:pt x="4913" y="301"/>
                      <a:pt x="5039" y="301"/>
                    </a:cubicBezTo>
                    <a:cubicBezTo>
                      <a:pt x="5189" y="301"/>
                      <a:pt x="5314" y="376"/>
                      <a:pt x="5389" y="477"/>
                    </a:cubicBezTo>
                    <a:lnTo>
                      <a:pt x="5640" y="777"/>
                    </a:lnTo>
                    <a:cubicBezTo>
                      <a:pt x="5765" y="928"/>
                      <a:pt x="5966" y="1003"/>
                      <a:pt x="6166" y="1028"/>
                    </a:cubicBezTo>
                    <a:cubicBezTo>
                      <a:pt x="6367" y="1028"/>
                      <a:pt x="6567" y="928"/>
                      <a:pt x="6693" y="777"/>
                    </a:cubicBezTo>
                    <a:lnTo>
                      <a:pt x="7269" y="151"/>
                    </a:lnTo>
                    <a:lnTo>
                      <a:pt x="709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6"/>
              <p:cNvSpPr/>
              <p:nvPr/>
            </p:nvSpPr>
            <p:spPr>
              <a:xfrm>
                <a:off x="6924246" y="1886684"/>
                <a:ext cx="368935" cy="238169"/>
              </a:xfrm>
              <a:custGeom>
                <a:avLst/>
                <a:gdLst/>
                <a:ahLst/>
                <a:cxnLst/>
                <a:rect l="l" t="t" r="r" b="b"/>
                <a:pathLst>
                  <a:path w="4311" h="2783" extrusionOk="0">
                    <a:moveTo>
                      <a:pt x="0" y="0"/>
                    </a:moveTo>
                    <a:lnTo>
                      <a:pt x="0" y="2782"/>
                    </a:lnTo>
                    <a:lnTo>
                      <a:pt x="4311" y="2782"/>
                    </a:lnTo>
                    <a:lnTo>
                      <a:pt x="4311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6"/>
              <p:cNvSpPr/>
              <p:nvPr/>
            </p:nvSpPr>
            <p:spPr>
              <a:xfrm>
                <a:off x="6924246" y="2182622"/>
                <a:ext cx="482671" cy="238169"/>
              </a:xfrm>
              <a:custGeom>
                <a:avLst/>
                <a:gdLst/>
                <a:ahLst/>
                <a:cxnLst/>
                <a:rect l="l" t="t" r="r" b="b"/>
                <a:pathLst>
                  <a:path w="5640" h="2783" extrusionOk="0">
                    <a:moveTo>
                      <a:pt x="0" y="1"/>
                    </a:moveTo>
                    <a:lnTo>
                      <a:pt x="0" y="2758"/>
                    </a:lnTo>
                    <a:lnTo>
                      <a:pt x="5639" y="2783"/>
                    </a:lnTo>
                    <a:lnTo>
                      <a:pt x="563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6"/>
              <p:cNvSpPr/>
              <p:nvPr/>
            </p:nvSpPr>
            <p:spPr>
              <a:xfrm>
                <a:off x="6922107" y="2472226"/>
                <a:ext cx="1340611" cy="240309"/>
              </a:xfrm>
              <a:custGeom>
                <a:avLst/>
                <a:gdLst/>
                <a:ahLst/>
                <a:cxnLst/>
                <a:rect l="l" t="t" r="r" b="b"/>
                <a:pathLst>
                  <a:path w="15665" h="2808" extrusionOk="0">
                    <a:moveTo>
                      <a:pt x="25" y="0"/>
                    </a:moveTo>
                    <a:lnTo>
                      <a:pt x="0" y="2757"/>
                    </a:lnTo>
                    <a:lnTo>
                      <a:pt x="15664" y="2807"/>
                    </a:lnTo>
                    <a:lnTo>
                      <a:pt x="15664" y="25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6"/>
              <p:cNvSpPr/>
              <p:nvPr/>
            </p:nvSpPr>
            <p:spPr>
              <a:xfrm>
                <a:off x="6922107" y="2774668"/>
                <a:ext cx="763630" cy="238169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2783" extrusionOk="0">
                    <a:moveTo>
                      <a:pt x="0" y="0"/>
                    </a:moveTo>
                    <a:lnTo>
                      <a:pt x="0" y="2757"/>
                    </a:lnTo>
                    <a:lnTo>
                      <a:pt x="8922" y="2782"/>
                    </a:lnTo>
                    <a:lnTo>
                      <a:pt x="8922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6"/>
              <p:cNvSpPr/>
              <p:nvPr/>
            </p:nvSpPr>
            <p:spPr>
              <a:xfrm>
                <a:off x="6922107" y="3070606"/>
                <a:ext cx="918017" cy="240309"/>
              </a:xfrm>
              <a:custGeom>
                <a:avLst/>
                <a:gdLst/>
                <a:ahLst/>
                <a:cxnLst/>
                <a:rect l="l" t="t" r="r" b="b"/>
                <a:pathLst>
                  <a:path w="10727" h="2808" extrusionOk="0">
                    <a:moveTo>
                      <a:pt x="0" y="1"/>
                    </a:moveTo>
                    <a:lnTo>
                      <a:pt x="0" y="2783"/>
                    </a:lnTo>
                    <a:lnTo>
                      <a:pt x="10727" y="2808"/>
                    </a:lnTo>
                    <a:lnTo>
                      <a:pt x="1072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6"/>
              <p:cNvSpPr/>
              <p:nvPr/>
            </p:nvSpPr>
            <p:spPr>
              <a:xfrm>
                <a:off x="6922107" y="3383745"/>
                <a:ext cx="1662306" cy="240394"/>
              </a:xfrm>
              <a:custGeom>
                <a:avLst/>
                <a:gdLst/>
                <a:ahLst/>
                <a:cxnLst/>
                <a:rect l="l" t="t" r="r" b="b"/>
                <a:pathLst>
                  <a:path w="19424" h="2809" extrusionOk="0">
                    <a:moveTo>
                      <a:pt x="0" y="1"/>
                    </a:moveTo>
                    <a:lnTo>
                      <a:pt x="0" y="2783"/>
                    </a:lnTo>
                    <a:lnTo>
                      <a:pt x="19424" y="2808"/>
                    </a:lnTo>
                    <a:lnTo>
                      <a:pt x="19424" y="5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6"/>
              <p:cNvSpPr/>
              <p:nvPr/>
            </p:nvSpPr>
            <p:spPr>
              <a:xfrm>
                <a:off x="6209993" y="1526305"/>
                <a:ext cx="32264" cy="90201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54" extrusionOk="0">
                    <a:moveTo>
                      <a:pt x="0" y="1"/>
                    </a:moveTo>
                    <a:lnTo>
                      <a:pt x="0" y="1053"/>
                    </a:lnTo>
                    <a:lnTo>
                      <a:pt x="376" y="1053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6"/>
              <p:cNvSpPr/>
              <p:nvPr/>
            </p:nvSpPr>
            <p:spPr>
              <a:xfrm>
                <a:off x="6209993" y="1659297"/>
                <a:ext cx="32264" cy="90201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54" extrusionOk="0">
                    <a:moveTo>
                      <a:pt x="0" y="1"/>
                    </a:moveTo>
                    <a:lnTo>
                      <a:pt x="0" y="1053"/>
                    </a:lnTo>
                    <a:lnTo>
                      <a:pt x="376" y="1053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6"/>
              <p:cNvSpPr/>
              <p:nvPr/>
            </p:nvSpPr>
            <p:spPr>
              <a:xfrm>
                <a:off x="6209993" y="1792289"/>
                <a:ext cx="32264" cy="87976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28" extrusionOk="0">
                    <a:moveTo>
                      <a:pt x="0" y="0"/>
                    </a:moveTo>
                    <a:lnTo>
                      <a:pt x="0" y="1028"/>
                    </a:lnTo>
                    <a:lnTo>
                      <a:pt x="376" y="1028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6"/>
              <p:cNvSpPr/>
              <p:nvPr/>
            </p:nvSpPr>
            <p:spPr>
              <a:xfrm>
                <a:off x="6209993" y="1925281"/>
                <a:ext cx="32264" cy="87976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28" extrusionOk="0">
                    <a:moveTo>
                      <a:pt x="0" y="0"/>
                    </a:moveTo>
                    <a:lnTo>
                      <a:pt x="0" y="1028"/>
                    </a:lnTo>
                    <a:lnTo>
                      <a:pt x="376" y="1028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6"/>
              <p:cNvSpPr/>
              <p:nvPr/>
            </p:nvSpPr>
            <p:spPr>
              <a:xfrm>
                <a:off x="6209993" y="2058273"/>
                <a:ext cx="32264" cy="87976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28" extrusionOk="0">
                    <a:moveTo>
                      <a:pt x="0" y="0"/>
                    </a:moveTo>
                    <a:lnTo>
                      <a:pt x="0" y="1028"/>
                    </a:lnTo>
                    <a:lnTo>
                      <a:pt x="376" y="1028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6"/>
              <p:cNvSpPr/>
              <p:nvPr/>
            </p:nvSpPr>
            <p:spPr>
              <a:xfrm>
                <a:off x="6209993" y="2189126"/>
                <a:ext cx="32264" cy="90116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53" extrusionOk="0">
                    <a:moveTo>
                      <a:pt x="0" y="0"/>
                    </a:moveTo>
                    <a:lnTo>
                      <a:pt x="0" y="1053"/>
                    </a:lnTo>
                    <a:lnTo>
                      <a:pt x="376" y="1053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6"/>
              <p:cNvSpPr/>
              <p:nvPr/>
            </p:nvSpPr>
            <p:spPr>
              <a:xfrm>
                <a:off x="6209993" y="2322033"/>
                <a:ext cx="32264" cy="90201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54" extrusionOk="0">
                    <a:moveTo>
                      <a:pt x="0" y="1"/>
                    </a:moveTo>
                    <a:lnTo>
                      <a:pt x="0" y="1054"/>
                    </a:lnTo>
                    <a:lnTo>
                      <a:pt x="376" y="1054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6"/>
              <p:cNvSpPr/>
              <p:nvPr/>
            </p:nvSpPr>
            <p:spPr>
              <a:xfrm>
                <a:off x="5705925" y="3079249"/>
                <a:ext cx="570647" cy="32264"/>
              </a:xfrm>
              <a:custGeom>
                <a:avLst/>
                <a:gdLst/>
                <a:ahLst/>
                <a:cxnLst/>
                <a:rect l="l" t="t" r="r" b="b"/>
                <a:pathLst>
                  <a:path w="6668" h="377" extrusionOk="0">
                    <a:moveTo>
                      <a:pt x="0" y="0"/>
                    </a:moveTo>
                    <a:lnTo>
                      <a:pt x="0" y="376"/>
                    </a:lnTo>
                    <a:lnTo>
                      <a:pt x="6667" y="376"/>
                    </a:lnTo>
                    <a:lnTo>
                      <a:pt x="66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6"/>
              <p:cNvSpPr/>
              <p:nvPr/>
            </p:nvSpPr>
            <p:spPr>
              <a:xfrm>
                <a:off x="5928947" y="2974071"/>
                <a:ext cx="315448" cy="32264"/>
              </a:xfrm>
              <a:custGeom>
                <a:avLst/>
                <a:gdLst/>
                <a:ahLst/>
                <a:cxnLst/>
                <a:rect l="l" t="t" r="r" b="b"/>
                <a:pathLst>
                  <a:path w="3686" h="377" extrusionOk="0">
                    <a:moveTo>
                      <a:pt x="1" y="1"/>
                    </a:moveTo>
                    <a:lnTo>
                      <a:pt x="1" y="377"/>
                    </a:lnTo>
                    <a:lnTo>
                      <a:pt x="3685" y="377"/>
                    </a:lnTo>
                    <a:lnTo>
                      <a:pt x="36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6"/>
              <p:cNvSpPr/>
              <p:nvPr/>
            </p:nvSpPr>
            <p:spPr>
              <a:xfrm>
                <a:off x="6360101" y="3181090"/>
                <a:ext cx="377579" cy="1000516"/>
              </a:xfrm>
              <a:custGeom>
                <a:avLst/>
                <a:gdLst/>
                <a:ahLst/>
                <a:cxnLst/>
                <a:rect l="l" t="t" r="r" b="b"/>
                <a:pathLst>
                  <a:path w="4412" h="11691" extrusionOk="0">
                    <a:moveTo>
                      <a:pt x="1777" y="1"/>
                    </a:moveTo>
                    <a:cubicBezTo>
                      <a:pt x="1539" y="1"/>
                      <a:pt x="1255" y="106"/>
                      <a:pt x="903" y="414"/>
                    </a:cubicBezTo>
                    <a:cubicBezTo>
                      <a:pt x="903" y="414"/>
                      <a:pt x="1" y="2219"/>
                      <a:pt x="502" y="5477"/>
                    </a:cubicBezTo>
                    <a:cubicBezTo>
                      <a:pt x="1028" y="8735"/>
                      <a:pt x="2707" y="9687"/>
                      <a:pt x="1855" y="11091"/>
                    </a:cubicBezTo>
                    <a:cubicBezTo>
                      <a:pt x="1780" y="11241"/>
                      <a:pt x="1379" y="11467"/>
                      <a:pt x="1404" y="11617"/>
                    </a:cubicBezTo>
                    <a:cubicBezTo>
                      <a:pt x="1411" y="11664"/>
                      <a:pt x="1496" y="11691"/>
                      <a:pt x="1621" y="11691"/>
                    </a:cubicBezTo>
                    <a:cubicBezTo>
                      <a:pt x="1970" y="11691"/>
                      <a:pt x="2628" y="11480"/>
                      <a:pt x="2757" y="10890"/>
                    </a:cubicBezTo>
                    <a:cubicBezTo>
                      <a:pt x="2757" y="10890"/>
                      <a:pt x="3158" y="9186"/>
                      <a:pt x="2657" y="6905"/>
                    </a:cubicBezTo>
                    <a:cubicBezTo>
                      <a:pt x="2056" y="4123"/>
                      <a:pt x="4412" y="1818"/>
                      <a:pt x="2507" y="314"/>
                    </a:cubicBezTo>
                    <a:cubicBezTo>
                      <a:pt x="2310" y="173"/>
                      <a:pt x="2081" y="1"/>
                      <a:pt x="1777" y="1"/>
                    </a:cubicBezTo>
                    <a:close/>
                  </a:path>
                </a:pathLst>
              </a:custGeom>
              <a:solidFill>
                <a:srgbClr val="8050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6"/>
              <p:cNvSpPr/>
              <p:nvPr/>
            </p:nvSpPr>
            <p:spPr>
              <a:xfrm>
                <a:off x="6508069" y="3132395"/>
                <a:ext cx="538298" cy="639026"/>
              </a:xfrm>
              <a:custGeom>
                <a:avLst/>
                <a:gdLst/>
                <a:ahLst/>
                <a:cxnLst/>
                <a:rect l="l" t="t" r="r" b="b"/>
                <a:pathLst>
                  <a:path w="6290" h="7467" extrusionOk="0">
                    <a:moveTo>
                      <a:pt x="2249" y="0"/>
                    </a:moveTo>
                    <a:cubicBezTo>
                      <a:pt x="2218" y="0"/>
                      <a:pt x="2187" y="2"/>
                      <a:pt x="2156" y="6"/>
                    </a:cubicBezTo>
                    <a:cubicBezTo>
                      <a:pt x="1404" y="81"/>
                      <a:pt x="1" y="858"/>
                      <a:pt x="1204" y="2838"/>
                    </a:cubicBezTo>
                    <a:cubicBezTo>
                      <a:pt x="1630" y="3565"/>
                      <a:pt x="3034" y="3840"/>
                      <a:pt x="3785" y="4768"/>
                    </a:cubicBezTo>
                    <a:cubicBezTo>
                      <a:pt x="4312" y="5394"/>
                      <a:pt x="903" y="4918"/>
                      <a:pt x="1028" y="6722"/>
                    </a:cubicBezTo>
                    <a:cubicBezTo>
                      <a:pt x="1028" y="6722"/>
                      <a:pt x="1050" y="7467"/>
                      <a:pt x="1190" y="7467"/>
                    </a:cubicBezTo>
                    <a:cubicBezTo>
                      <a:pt x="1202" y="7467"/>
                      <a:pt x="1215" y="7461"/>
                      <a:pt x="1229" y="7449"/>
                    </a:cubicBezTo>
                    <a:cubicBezTo>
                      <a:pt x="1429" y="7299"/>
                      <a:pt x="1480" y="6522"/>
                      <a:pt x="1780" y="6497"/>
                    </a:cubicBezTo>
                    <a:cubicBezTo>
                      <a:pt x="1794" y="6496"/>
                      <a:pt x="1813" y="6495"/>
                      <a:pt x="1837" y="6495"/>
                    </a:cubicBezTo>
                    <a:cubicBezTo>
                      <a:pt x="1995" y="6495"/>
                      <a:pt x="2377" y="6514"/>
                      <a:pt x="2853" y="6514"/>
                    </a:cubicBezTo>
                    <a:cubicBezTo>
                      <a:pt x="4129" y="6514"/>
                      <a:pt x="6079" y="6383"/>
                      <a:pt x="6166" y="5419"/>
                    </a:cubicBezTo>
                    <a:cubicBezTo>
                      <a:pt x="6289" y="4093"/>
                      <a:pt x="3765" y="0"/>
                      <a:pt x="2249" y="0"/>
                    </a:cubicBezTo>
                    <a:close/>
                  </a:path>
                </a:pathLst>
              </a:custGeom>
              <a:solidFill>
                <a:srgbClr val="8050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6"/>
              <p:cNvSpPr/>
              <p:nvPr/>
            </p:nvSpPr>
            <p:spPr>
              <a:xfrm>
                <a:off x="6383721" y="3112198"/>
                <a:ext cx="686437" cy="943348"/>
              </a:xfrm>
              <a:custGeom>
                <a:avLst/>
                <a:gdLst/>
                <a:ahLst/>
                <a:cxnLst/>
                <a:rect l="l" t="t" r="r" b="b"/>
                <a:pathLst>
                  <a:path w="8021" h="11023" extrusionOk="0">
                    <a:moveTo>
                      <a:pt x="3565" y="0"/>
                    </a:moveTo>
                    <a:cubicBezTo>
                      <a:pt x="3065" y="0"/>
                      <a:pt x="2518" y="265"/>
                      <a:pt x="2281" y="943"/>
                    </a:cubicBezTo>
                    <a:cubicBezTo>
                      <a:pt x="1983" y="663"/>
                      <a:pt x="1657" y="451"/>
                      <a:pt x="1347" y="451"/>
                    </a:cubicBezTo>
                    <a:cubicBezTo>
                      <a:pt x="745" y="451"/>
                      <a:pt x="208" y="1252"/>
                      <a:pt x="75" y="3901"/>
                    </a:cubicBezTo>
                    <a:cubicBezTo>
                      <a:pt x="0" y="5329"/>
                      <a:pt x="226" y="6658"/>
                      <a:pt x="301" y="7234"/>
                    </a:cubicBezTo>
                    <a:cubicBezTo>
                      <a:pt x="376" y="7836"/>
                      <a:pt x="1679" y="10943"/>
                      <a:pt x="1679" y="10943"/>
                    </a:cubicBezTo>
                    <a:cubicBezTo>
                      <a:pt x="1810" y="11000"/>
                      <a:pt x="1934" y="11022"/>
                      <a:pt x="2046" y="11022"/>
                    </a:cubicBezTo>
                    <a:cubicBezTo>
                      <a:pt x="2428" y="11022"/>
                      <a:pt x="2682" y="10768"/>
                      <a:pt x="2682" y="10768"/>
                    </a:cubicBezTo>
                    <a:cubicBezTo>
                      <a:pt x="2882" y="9866"/>
                      <a:pt x="2532" y="7610"/>
                      <a:pt x="2406" y="6658"/>
                    </a:cubicBezTo>
                    <a:cubicBezTo>
                      <a:pt x="2331" y="6081"/>
                      <a:pt x="2707" y="4578"/>
                      <a:pt x="2983" y="3500"/>
                    </a:cubicBezTo>
                    <a:cubicBezTo>
                      <a:pt x="3233" y="3675"/>
                      <a:pt x="3509" y="3851"/>
                      <a:pt x="3835" y="4026"/>
                    </a:cubicBezTo>
                    <a:cubicBezTo>
                      <a:pt x="3835" y="4026"/>
                      <a:pt x="5489" y="4828"/>
                      <a:pt x="5138" y="5154"/>
                    </a:cubicBezTo>
                    <a:cubicBezTo>
                      <a:pt x="4888" y="5380"/>
                      <a:pt x="3735" y="5405"/>
                      <a:pt x="3133" y="5680"/>
                    </a:cubicBezTo>
                    <a:cubicBezTo>
                      <a:pt x="3133" y="5680"/>
                      <a:pt x="3008" y="6332"/>
                      <a:pt x="3409" y="6808"/>
                    </a:cubicBezTo>
                    <a:cubicBezTo>
                      <a:pt x="3409" y="6808"/>
                      <a:pt x="3921" y="6872"/>
                      <a:pt x="4593" y="6872"/>
                    </a:cubicBezTo>
                    <a:cubicBezTo>
                      <a:pt x="5759" y="6872"/>
                      <a:pt x="7408" y="6680"/>
                      <a:pt x="7695" y="5630"/>
                    </a:cubicBezTo>
                    <a:cubicBezTo>
                      <a:pt x="8020" y="4402"/>
                      <a:pt x="5940" y="1244"/>
                      <a:pt x="4211" y="166"/>
                    </a:cubicBezTo>
                    <a:cubicBezTo>
                      <a:pt x="4032" y="61"/>
                      <a:pt x="3804" y="0"/>
                      <a:pt x="35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6"/>
              <p:cNvSpPr/>
              <p:nvPr/>
            </p:nvSpPr>
            <p:spPr>
              <a:xfrm>
                <a:off x="6426597" y="3112198"/>
                <a:ext cx="450493" cy="162345"/>
              </a:xfrm>
              <a:custGeom>
                <a:avLst/>
                <a:gdLst/>
                <a:ahLst/>
                <a:cxnLst/>
                <a:rect l="l" t="t" r="r" b="b"/>
                <a:pathLst>
                  <a:path w="5264" h="1897" extrusionOk="0">
                    <a:moveTo>
                      <a:pt x="3064" y="0"/>
                    </a:moveTo>
                    <a:cubicBezTo>
                      <a:pt x="2564" y="0"/>
                      <a:pt x="2017" y="265"/>
                      <a:pt x="1780" y="943"/>
                    </a:cubicBezTo>
                    <a:cubicBezTo>
                      <a:pt x="1504" y="692"/>
                      <a:pt x="1194" y="526"/>
                      <a:pt x="893" y="526"/>
                    </a:cubicBezTo>
                    <a:cubicBezTo>
                      <a:pt x="565" y="526"/>
                      <a:pt x="249" y="723"/>
                      <a:pt x="1" y="1219"/>
                    </a:cubicBezTo>
                    <a:cubicBezTo>
                      <a:pt x="192" y="1662"/>
                      <a:pt x="1384" y="1896"/>
                      <a:pt x="2684" y="1896"/>
                    </a:cubicBezTo>
                    <a:cubicBezTo>
                      <a:pt x="3592" y="1896"/>
                      <a:pt x="4553" y="1782"/>
                      <a:pt x="5264" y="1545"/>
                    </a:cubicBezTo>
                    <a:cubicBezTo>
                      <a:pt x="5113" y="1395"/>
                      <a:pt x="4988" y="1244"/>
                      <a:pt x="4863" y="1119"/>
                    </a:cubicBezTo>
                    <a:cubicBezTo>
                      <a:pt x="4487" y="743"/>
                      <a:pt x="4086" y="392"/>
                      <a:pt x="3710" y="166"/>
                    </a:cubicBezTo>
                    <a:cubicBezTo>
                      <a:pt x="3531" y="61"/>
                      <a:pt x="3303" y="0"/>
                      <a:pt x="30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6"/>
              <p:cNvSpPr/>
              <p:nvPr/>
            </p:nvSpPr>
            <p:spPr>
              <a:xfrm>
                <a:off x="6409481" y="3280792"/>
                <a:ext cx="85837" cy="66581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778" extrusionOk="0">
                    <a:moveTo>
                      <a:pt x="952" y="1"/>
                    </a:moveTo>
                    <a:lnTo>
                      <a:pt x="927" y="26"/>
                    </a:lnTo>
                    <a:cubicBezTo>
                      <a:pt x="802" y="602"/>
                      <a:pt x="426" y="703"/>
                      <a:pt x="25" y="703"/>
                    </a:cubicBezTo>
                    <a:lnTo>
                      <a:pt x="0" y="753"/>
                    </a:lnTo>
                    <a:lnTo>
                      <a:pt x="25" y="778"/>
                    </a:lnTo>
                    <a:cubicBezTo>
                      <a:pt x="426" y="778"/>
                      <a:pt x="852" y="678"/>
                      <a:pt x="1003" y="51"/>
                    </a:cubicBezTo>
                    <a:lnTo>
                      <a:pt x="95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6"/>
              <p:cNvSpPr/>
              <p:nvPr/>
            </p:nvSpPr>
            <p:spPr>
              <a:xfrm>
                <a:off x="6838409" y="3272234"/>
                <a:ext cx="81558" cy="68721"/>
              </a:xfrm>
              <a:custGeom>
                <a:avLst/>
                <a:gdLst/>
                <a:ahLst/>
                <a:cxnLst/>
                <a:rect l="l" t="t" r="r" b="b"/>
                <a:pathLst>
                  <a:path w="953" h="803" extrusionOk="0">
                    <a:moveTo>
                      <a:pt x="26" y="1"/>
                    </a:moveTo>
                    <a:lnTo>
                      <a:pt x="1" y="51"/>
                    </a:lnTo>
                    <a:cubicBezTo>
                      <a:pt x="101" y="527"/>
                      <a:pt x="377" y="753"/>
                      <a:pt x="903" y="803"/>
                    </a:cubicBezTo>
                    <a:lnTo>
                      <a:pt x="953" y="778"/>
                    </a:lnTo>
                    <a:lnTo>
                      <a:pt x="928" y="728"/>
                    </a:lnTo>
                    <a:cubicBezTo>
                      <a:pt x="427" y="702"/>
                      <a:pt x="151" y="477"/>
                      <a:pt x="76" y="26"/>
                    </a:cubicBezTo>
                    <a:lnTo>
                      <a:pt x="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6"/>
              <p:cNvSpPr/>
              <p:nvPr/>
            </p:nvSpPr>
            <p:spPr>
              <a:xfrm>
                <a:off x="6263566" y="2466749"/>
                <a:ext cx="532051" cy="582372"/>
              </a:xfrm>
              <a:custGeom>
                <a:avLst/>
                <a:gdLst/>
                <a:ahLst/>
                <a:cxnLst/>
                <a:rect l="l" t="t" r="r" b="b"/>
                <a:pathLst>
                  <a:path w="6217" h="6805" extrusionOk="0">
                    <a:moveTo>
                      <a:pt x="4103" y="1"/>
                    </a:moveTo>
                    <a:cubicBezTo>
                      <a:pt x="3644" y="1"/>
                      <a:pt x="3129" y="232"/>
                      <a:pt x="2708" y="967"/>
                    </a:cubicBezTo>
                    <a:cubicBezTo>
                      <a:pt x="2507" y="1292"/>
                      <a:pt x="2307" y="1894"/>
                      <a:pt x="1605" y="2044"/>
                    </a:cubicBezTo>
                    <a:cubicBezTo>
                      <a:pt x="1104" y="2170"/>
                      <a:pt x="1" y="2896"/>
                      <a:pt x="878" y="4225"/>
                    </a:cubicBezTo>
                    <a:cubicBezTo>
                      <a:pt x="1730" y="5578"/>
                      <a:pt x="126" y="5728"/>
                      <a:pt x="1078" y="6230"/>
                    </a:cubicBezTo>
                    <a:cubicBezTo>
                      <a:pt x="1802" y="6635"/>
                      <a:pt x="2388" y="6804"/>
                      <a:pt x="2872" y="6804"/>
                    </a:cubicBezTo>
                    <a:cubicBezTo>
                      <a:pt x="4064" y="6804"/>
                      <a:pt x="4639" y="5778"/>
                      <a:pt x="5139" y="4726"/>
                    </a:cubicBezTo>
                    <a:cubicBezTo>
                      <a:pt x="6216" y="2420"/>
                      <a:pt x="5916" y="1267"/>
                      <a:pt x="5214" y="465"/>
                    </a:cubicBezTo>
                    <a:cubicBezTo>
                      <a:pt x="5032" y="270"/>
                      <a:pt x="4599" y="1"/>
                      <a:pt x="41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6"/>
              <p:cNvSpPr/>
              <p:nvPr/>
            </p:nvSpPr>
            <p:spPr>
              <a:xfrm>
                <a:off x="6398697" y="2719554"/>
                <a:ext cx="443133" cy="532736"/>
              </a:xfrm>
              <a:custGeom>
                <a:avLst/>
                <a:gdLst/>
                <a:ahLst/>
                <a:cxnLst/>
                <a:rect l="l" t="t" r="r" b="b"/>
                <a:pathLst>
                  <a:path w="5178" h="6225" extrusionOk="0">
                    <a:moveTo>
                      <a:pt x="3210" y="1"/>
                    </a:moveTo>
                    <a:cubicBezTo>
                      <a:pt x="2905" y="1"/>
                      <a:pt x="2602" y="45"/>
                      <a:pt x="2357" y="68"/>
                    </a:cubicBezTo>
                    <a:cubicBezTo>
                      <a:pt x="1429" y="168"/>
                      <a:pt x="1" y="820"/>
                      <a:pt x="652" y="2424"/>
                    </a:cubicBezTo>
                    <a:cubicBezTo>
                      <a:pt x="1229" y="3852"/>
                      <a:pt x="126" y="4554"/>
                      <a:pt x="201" y="5556"/>
                    </a:cubicBezTo>
                    <a:cubicBezTo>
                      <a:pt x="243" y="6018"/>
                      <a:pt x="1146" y="6225"/>
                      <a:pt x="2157" y="6225"/>
                    </a:cubicBezTo>
                    <a:cubicBezTo>
                      <a:pt x="3562" y="6225"/>
                      <a:pt x="5178" y="5826"/>
                      <a:pt x="4988" y="5155"/>
                    </a:cubicBezTo>
                    <a:cubicBezTo>
                      <a:pt x="4662" y="4053"/>
                      <a:pt x="4687" y="2449"/>
                      <a:pt x="4637" y="1446"/>
                    </a:cubicBezTo>
                    <a:cubicBezTo>
                      <a:pt x="4603" y="228"/>
                      <a:pt x="3903" y="1"/>
                      <a:pt x="32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6"/>
              <p:cNvSpPr/>
              <p:nvPr/>
            </p:nvSpPr>
            <p:spPr>
              <a:xfrm>
                <a:off x="6756937" y="2540862"/>
                <a:ext cx="265983" cy="378349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4421" extrusionOk="0">
                    <a:moveTo>
                      <a:pt x="2704" y="0"/>
                    </a:moveTo>
                    <a:cubicBezTo>
                      <a:pt x="2679" y="0"/>
                      <a:pt x="2662" y="15"/>
                      <a:pt x="2657" y="25"/>
                    </a:cubicBezTo>
                    <a:cubicBezTo>
                      <a:pt x="2582" y="126"/>
                      <a:pt x="2331" y="451"/>
                      <a:pt x="2532" y="978"/>
                    </a:cubicBezTo>
                    <a:cubicBezTo>
                      <a:pt x="2732" y="1504"/>
                      <a:pt x="2256" y="3033"/>
                      <a:pt x="1855" y="3108"/>
                    </a:cubicBezTo>
                    <a:cubicBezTo>
                      <a:pt x="1782" y="3124"/>
                      <a:pt x="1712" y="3131"/>
                      <a:pt x="1645" y="3131"/>
                    </a:cubicBezTo>
                    <a:cubicBezTo>
                      <a:pt x="1082" y="3131"/>
                      <a:pt x="702" y="2632"/>
                      <a:pt x="702" y="2632"/>
                    </a:cubicBezTo>
                    <a:lnTo>
                      <a:pt x="0" y="3885"/>
                    </a:lnTo>
                    <a:cubicBezTo>
                      <a:pt x="0" y="3885"/>
                      <a:pt x="1007" y="4421"/>
                      <a:pt x="1792" y="4421"/>
                    </a:cubicBezTo>
                    <a:cubicBezTo>
                      <a:pt x="1982" y="4421"/>
                      <a:pt x="2159" y="4389"/>
                      <a:pt x="2306" y="4311"/>
                    </a:cubicBezTo>
                    <a:cubicBezTo>
                      <a:pt x="2506" y="4236"/>
                      <a:pt x="3108" y="3960"/>
                      <a:pt x="3058" y="1980"/>
                    </a:cubicBezTo>
                    <a:cubicBezTo>
                      <a:pt x="3018" y="239"/>
                      <a:pt x="2802" y="0"/>
                      <a:pt x="2704" y="0"/>
                    </a:cubicBezTo>
                    <a:close/>
                  </a:path>
                </a:pathLst>
              </a:custGeom>
              <a:solidFill>
                <a:srgbClr val="8050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6"/>
              <p:cNvSpPr/>
              <p:nvPr/>
            </p:nvSpPr>
            <p:spPr>
              <a:xfrm>
                <a:off x="6578844" y="2735472"/>
                <a:ext cx="291828" cy="174412"/>
              </a:xfrm>
              <a:custGeom>
                <a:avLst/>
                <a:gdLst/>
                <a:ahLst/>
                <a:cxnLst/>
                <a:rect l="l" t="t" r="r" b="b"/>
                <a:pathLst>
                  <a:path w="3410" h="2038" extrusionOk="0">
                    <a:moveTo>
                      <a:pt x="1751" y="1"/>
                    </a:moveTo>
                    <a:cubicBezTo>
                      <a:pt x="1433" y="1"/>
                      <a:pt x="1145" y="98"/>
                      <a:pt x="978" y="383"/>
                    </a:cubicBezTo>
                    <a:cubicBezTo>
                      <a:pt x="828" y="634"/>
                      <a:pt x="1" y="258"/>
                      <a:pt x="577" y="909"/>
                    </a:cubicBezTo>
                    <a:cubicBezTo>
                      <a:pt x="1029" y="1411"/>
                      <a:pt x="2557" y="2037"/>
                      <a:pt x="2557" y="2037"/>
                    </a:cubicBezTo>
                    <a:cubicBezTo>
                      <a:pt x="2557" y="2037"/>
                      <a:pt x="3410" y="1360"/>
                      <a:pt x="3259" y="458"/>
                    </a:cubicBezTo>
                    <a:cubicBezTo>
                      <a:pt x="3259" y="458"/>
                      <a:pt x="2438" y="1"/>
                      <a:pt x="1751" y="1"/>
                    </a:cubicBezTo>
                    <a:close/>
                  </a:path>
                </a:pathLst>
              </a:custGeom>
              <a:solidFill>
                <a:srgbClr val="F8C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6"/>
              <p:cNvSpPr/>
              <p:nvPr/>
            </p:nvSpPr>
            <p:spPr>
              <a:xfrm>
                <a:off x="6580042" y="2626614"/>
                <a:ext cx="110912" cy="149679"/>
              </a:xfrm>
              <a:custGeom>
                <a:avLst/>
                <a:gdLst/>
                <a:ahLst/>
                <a:cxnLst/>
                <a:rect l="l" t="t" r="r" b="b"/>
                <a:pathLst>
                  <a:path w="1296" h="1749" extrusionOk="0">
                    <a:moveTo>
                      <a:pt x="238" y="1"/>
                    </a:moveTo>
                    <a:cubicBezTo>
                      <a:pt x="238" y="1"/>
                      <a:pt x="388" y="853"/>
                      <a:pt x="137" y="1204"/>
                    </a:cubicBezTo>
                    <a:cubicBezTo>
                      <a:pt x="0" y="1400"/>
                      <a:pt x="796" y="1748"/>
                      <a:pt x="1139" y="1748"/>
                    </a:cubicBezTo>
                    <a:cubicBezTo>
                      <a:pt x="1235" y="1748"/>
                      <a:pt x="1296" y="1721"/>
                      <a:pt x="1290" y="1655"/>
                    </a:cubicBezTo>
                    <a:cubicBezTo>
                      <a:pt x="1240" y="1254"/>
                      <a:pt x="1015" y="1003"/>
                      <a:pt x="1290" y="552"/>
                    </a:cubicBezTo>
                    <a:lnTo>
                      <a:pt x="238" y="1"/>
                    </a:lnTo>
                    <a:close/>
                  </a:path>
                </a:pathLst>
              </a:custGeom>
              <a:solidFill>
                <a:srgbClr val="633C1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6"/>
              <p:cNvSpPr/>
              <p:nvPr/>
            </p:nvSpPr>
            <p:spPr>
              <a:xfrm>
                <a:off x="6566007" y="2501067"/>
                <a:ext cx="186736" cy="228926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2675" extrusionOk="0">
                    <a:moveTo>
                      <a:pt x="1095" y="0"/>
                    </a:moveTo>
                    <a:cubicBezTo>
                      <a:pt x="879" y="0"/>
                      <a:pt x="671" y="108"/>
                      <a:pt x="577" y="215"/>
                    </a:cubicBezTo>
                    <a:cubicBezTo>
                      <a:pt x="176" y="591"/>
                      <a:pt x="1" y="1167"/>
                      <a:pt x="76" y="1468"/>
                    </a:cubicBezTo>
                    <a:cubicBezTo>
                      <a:pt x="267" y="2163"/>
                      <a:pt x="871" y="2674"/>
                      <a:pt x="1253" y="2674"/>
                    </a:cubicBezTo>
                    <a:cubicBezTo>
                      <a:pt x="1270" y="2674"/>
                      <a:pt x="1287" y="2673"/>
                      <a:pt x="1304" y="2671"/>
                    </a:cubicBezTo>
                    <a:cubicBezTo>
                      <a:pt x="2181" y="2571"/>
                      <a:pt x="1830" y="741"/>
                      <a:pt x="1605" y="315"/>
                    </a:cubicBezTo>
                    <a:cubicBezTo>
                      <a:pt x="1476" y="82"/>
                      <a:pt x="1283" y="0"/>
                      <a:pt x="1095" y="0"/>
                    </a:cubicBezTo>
                    <a:close/>
                  </a:path>
                </a:pathLst>
              </a:custGeom>
              <a:solidFill>
                <a:srgbClr val="8050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6"/>
              <p:cNvSpPr/>
              <p:nvPr/>
            </p:nvSpPr>
            <p:spPr>
              <a:xfrm>
                <a:off x="6533829" y="2487289"/>
                <a:ext cx="202653" cy="177921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2079" extrusionOk="0">
                    <a:moveTo>
                      <a:pt x="1179" y="0"/>
                    </a:moveTo>
                    <a:cubicBezTo>
                      <a:pt x="925" y="0"/>
                      <a:pt x="683" y="88"/>
                      <a:pt x="527" y="275"/>
                    </a:cubicBezTo>
                    <a:cubicBezTo>
                      <a:pt x="1" y="852"/>
                      <a:pt x="1" y="852"/>
                      <a:pt x="126" y="1228"/>
                    </a:cubicBezTo>
                    <a:cubicBezTo>
                      <a:pt x="146" y="1309"/>
                      <a:pt x="396" y="2078"/>
                      <a:pt x="584" y="2078"/>
                    </a:cubicBezTo>
                    <a:cubicBezTo>
                      <a:pt x="628" y="2078"/>
                      <a:pt x="669" y="2035"/>
                      <a:pt x="702" y="1930"/>
                    </a:cubicBezTo>
                    <a:cubicBezTo>
                      <a:pt x="978" y="1128"/>
                      <a:pt x="1429" y="1378"/>
                      <a:pt x="1680" y="952"/>
                    </a:cubicBezTo>
                    <a:cubicBezTo>
                      <a:pt x="1726" y="870"/>
                      <a:pt x="1778" y="838"/>
                      <a:pt x="1831" y="838"/>
                    </a:cubicBezTo>
                    <a:cubicBezTo>
                      <a:pt x="2006" y="838"/>
                      <a:pt x="2197" y="1185"/>
                      <a:pt x="2261" y="1185"/>
                    </a:cubicBezTo>
                    <a:cubicBezTo>
                      <a:pt x="2271" y="1185"/>
                      <a:pt x="2279" y="1176"/>
                      <a:pt x="2281" y="1153"/>
                    </a:cubicBezTo>
                    <a:cubicBezTo>
                      <a:pt x="2368" y="428"/>
                      <a:pt x="1741" y="0"/>
                      <a:pt x="11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6"/>
              <p:cNvSpPr/>
              <p:nvPr/>
            </p:nvSpPr>
            <p:spPr>
              <a:xfrm>
                <a:off x="6160870" y="2617628"/>
                <a:ext cx="300129" cy="364913"/>
              </a:xfrm>
              <a:custGeom>
                <a:avLst/>
                <a:gdLst/>
                <a:ahLst/>
                <a:cxnLst/>
                <a:rect l="l" t="t" r="r" b="b"/>
                <a:pathLst>
                  <a:path w="3507" h="4264" extrusionOk="0">
                    <a:moveTo>
                      <a:pt x="293" y="1"/>
                    </a:moveTo>
                    <a:cubicBezTo>
                      <a:pt x="186" y="1"/>
                      <a:pt x="1" y="271"/>
                      <a:pt x="223" y="2011"/>
                    </a:cubicBezTo>
                    <a:cubicBezTo>
                      <a:pt x="449" y="3965"/>
                      <a:pt x="1075" y="4141"/>
                      <a:pt x="1276" y="4216"/>
                    </a:cubicBezTo>
                    <a:cubicBezTo>
                      <a:pt x="1371" y="4249"/>
                      <a:pt x="1474" y="4263"/>
                      <a:pt x="1583" y="4263"/>
                    </a:cubicBezTo>
                    <a:cubicBezTo>
                      <a:pt x="2396" y="4263"/>
                      <a:pt x="3507" y="3464"/>
                      <a:pt x="3507" y="3464"/>
                    </a:cubicBezTo>
                    <a:lnTo>
                      <a:pt x="2629" y="2336"/>
                    </a:lnTo>
                    <a:cubicBezTo>
                      <a:pt x="2629" y="2336"/>
                      <a:pt x="2280" y="2966"/>
                      <a:pt x="1626" y="2966"/>
                    </a:cubicBezTo>
                    <a:cubicBezTo>
                      <a:pt x="1601" y="2966"/>
                      <a:pt x="1577" y="2965"/>
                      <a:pt x="1552" y="2963"/>
                    </a:cubicBezTo>
                    <a:cubicBezTo>
                      <a:pt x="1151" y="2913"/>
                      <a:pt x="474" y="1484"/>
                      <a:pt x="599" y="933"/>
                    </a:cubicBezTo>
                    <a:cubicBezTo>
                      <a:pt x="725" y="407"/>
                      <a:pt x="424" y="106"/>
                      <a:pt x="349" y="31"/>
                    </a:cubicBezTo>
                    <a:cubicBezTo>
                      <a:pt x="339" y="16"/>
                      <a:pt x="318" y="1"/>
                      <a:pt x="293" y="1"/>
                    </a:cubicBezTo>
                    <a:close/>
                  </a:path>
                </a:pathLst>
              </a:custGeom>
              <a:solidFill>
                <a:srgbClr val="8050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6"/>
              <p:cNvSpPr/>
              <p:nvPr/>
            </p:nvSpPr>
            <p:spPr>
              <a:xfrm>
                <a:off x="6345124" y="2771587"/>
                <a:ext cx="220968" cy="183312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2142" extrusionOk="0">
                    <a:moveTo>
                      <a:pt x="1648" y="1"/>
                    </a:moveTo>
                    <a:cubicBezTo>
                      <a:pt x="923" y="1"/>
                      <a:pt x="25" y="688"/>
                      <a:pt x="25" y="688"/>
                    </a:cubicBezTo>
                    <a:cubicBezTo>
                      <a:pt x="0" y="1590"/>
                      <a:pt x="953" y="2141"/>
                      <a:pt x="953" y="2141"/>
                    </a:cubicBezTo>
                    <a:cubicBezTo>
                      <a:pt x="953" y="2141"/>
                      <a:pt x="1504" y="1866"/>
                      <a:pt x="2005" y="1390"/>
                    </a:cubicBezTo>
                    <a:cubicBezTo>
                      <a:pt x="2582" y="838"/>
                      <a:pt x="2456" y="512"/>
                      <a:pt x="2281" y="287"/>
                    </a:cubicBezTo>
                    <a:cubicBezTo>
                      <a:pt x="2117" y="78"/>
                      <a:pt x="1892" y="1"/>
                      <a:pt x="1648" y="1"/>
                    </a:cubicBezTo>
                    <a:close/>
                  </a:path>
                </a:pathLst>
              </a:custGeom>
              <a:solidFill>
                <a:srgbClr val="F8C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46" name="Google Shape;1646;p36"/>
            <p:cNvSpPr/>
            <p:nvPr/>
          </p:nvSpPr>
          <p:spPr>
            <a:xfrm>
              <a:off x="7185198" y="3914344"/>
              <a:ext cx="393967" cy="53649"/>
            </a:xfrm>
            <a:custGeom>
              <a:avLst/>
              <a:gdLst/>
              <a:ahLst/>
              <a:cxnLst/>
              <a:rect l="l" t="t" r="r" b="b"/>
              <a:pathLst>
                <a:path w="10702" h="627" extrusionOk="0">
                  <a:moveTo>
                    <a:pt x="301" y="0"/>
                  </a:moveTo>
                  <a:cubicBezTo>
                    <a:pt x="150" y="0"/>
                    <a:pt x="0" y="150"/>
                    <a:pt x="0" y="301"/>
                  </a:cubicBezTo>
                  <a:cubicBezTo>
                    <a:pt x="0" y="476"/>
                    <a:pt x="150" y="627"/>
                    <a:pt x="301" y="627"/>
                  </a:cubicBezTo>
                  <a:lnTo>
                    <a:pt x="10401" y="627"/>
                  </a:lnTo>
                  <a:cubicBezTo>
                    <a:pt x="10552" y="627"/>
                    <a:pt x="10702" y="476"/>
                    <a:pt x="10702" y="301"/>
                  </a:cubicBezTo>
                  <a:cubicBezTo>
                    <a:pt x="10702" y="150"/>
                    <a:pt x="10552" y="0"/>
                    <a:pt x="10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>
          <a:extLst>
            <a:ext uri="{FF2B5EF4-FFF2-40B4-BE49-F238E27FC236}">
              <a16:creationId xmlns:a16="http://schemas.microsoft.com/office/drawing/2014/main" id="{CB7FE990-FFBF-84E6-27CC-BFDD6538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36">
            <a:extLst>
              <a:ext uri="{FF2B5EF4-FFF2-40B4-BE49-F238E27FC236}">
                <a16:creationId xmlns:a16="http://schemas.microsoft.com/office/drawing/2014/main" id="{4F5E1740-47B1-AC78-2977-4B255082C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OBJECTIVES</a:t>
            </a:r>
            <a:endParaRPr dirty="0"/>
          </a:p>
        </p:txBody>
      </p:sp>
      <p:sp>
        <p:nvSpPr>
          <p:cNvPr id="6" name="Google Shape;1598;p36">
            <a:extLst>
              <a:ext uri="{FF2B5EF4-FFF2-40B4-BE49-F238E27FC236}">
                <a16:creationId xmlns:a16="http://schemas.microsoft.com/office/drawing/2014/main" id="{F6E52865-5E8C-1EB7-6132-83F05AF8EC77}"/>
              </a:ext>
            </a:extLst>
          </p:cNvPr>
          <p:cNvSpPr txBox="1">
            <a:spLocks/>
          </p:cNvSpPr>
          <p:nvPr/>
        </p:nvSpPr>
        <p:spPr>
          <a:xfrm>
            <a:off x="765420" y="1667491"/>
            <a:ext cx="4936548" cy="26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3C5E0F-D2AF-53DB-FBF2-1B5D3F682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55" y="924927"/>
            <a:ext cx="525245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Build an automated ETL pipeline to clean, transform, and load NYC payroll data into a dimensional data warehouse.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tillium Web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Analyze key payroll metrics such as total payroll expenditure, overtime costs, average employee salary, and agency-wise compensation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 Develop interactive dashboards to identify payroll patterns, compare agency expenses, and monitor employee compensation across fiscal years. </a:t>
            </a:r>
          </a:p>
        </p:txBody>
      </p:sp>
      <p:grpSp>
        <p:nvGrpSpPr>
          <p:cNvPr id="8" name="Google Shape;1486;p34">
            <a:extLst>
              <a:ext uri="{FF2B5EF4-FFF2-40B4-BE49-F238E27FC236}">
                <a16:creationId xmlns:a16="http://schemas.microsoft.com/office/drawing/2014/main" id="{153A82DB-551B-D491-C538-CFCEEB03C506}"/>
              </a:ext>
            </a:extLst>
          </p:cNvPr>
          <p:cNvGrpSpPr/>
          <p:nvPr/>
        </p:nvGrpSpPr>
        <p:grpSpPr>
          <a:xfrm>
            <a:off x="5287969" y="1493021"/>
            <a:ext cx="4010381" cy="2458905"/>
            <a:chOff x="4939903" y="1223591"/>
            <a:chExt cx="3875139" cy="2375983"/>
          </a:xfrm>
        </p:grpSpPr>
        <p:sp>
          <p:nvSpPr>
            <p:cNvPr id="9" name="Google Shape;1487;p34">
              <a:extLst>
                <a:ext uri="{FF2B5EF4-FFF2-40B4-BE49-F238E27FC236}">
                  <a16:creationId xmlns:a16="http://schemas.microsoft.com/office/drawing/2014/main" id="{161B0C3E-BBDC-25EC-D89B-C888CF20DBAA}"/>
                </a:ext>
              </a:extLst>
            </p:cNvPr>
            <p:cNvSpPr/>
            <p:nvPr/>
          </p:nvSpPr>
          <p:spPr>
            <a:xfrm>
              <a:off x="6524836" y="3540227"/>
              <a:ext cx="141991" cy="59347"/>
            </a:xfrm>
            <a:custGeom>
              <a:avLst/>
              <a:gdLst/>
              <a:ahLst/>
              <a:cxnLst/>
              <a:rect l="l" t="t" r="r" b="b"/>
              <a:pathLst>
                <a:path w="1993" h="833" extrusionOk="0">
                  <a:moveTo>
                    <a:pt x="1425" y="1"/>
                  </a:moveTo>
                  <a:cubicBezTo>
                    <a:pt x="1154" y="1"/>
                    <a:pt x="882" y="144"/>
                    <a:pt x="761" y="144"/>
                  </a:cubicBezTo>
                  <a:cubicBezTo>
                    <a:pt x="732" y="144"/>
                    <a:pt x="711" y="135"/>
                    <a:pt x="702" y="113"/>
                  </a:cubicBezTo>
                  <a:cubicBezTo>
                    <a:pt x="690" y="88"/>
                    <a:pt x="662" y="78"/>
                    <a:pt x="624" y="78"/>
                  </a:cubicBezTo>
                  <a:cubicBezTo>
                    <a:pt x="436" y="78"/>
                    <a:pt x="0" y="339"/>
                    <a:pt x="0" y="339"/>
                  </a:cubicBezTo>
                  <a:cubicBezTo>
                    <a:pt x="0" y="339"/>
                    <a:pt x="276" y="665"/>
                    <a:pt x="527" y="815"/>
                  </a:cubicBezTo>
                  <a:cubicBezTo>
                    <a:pt x="549" y="827"/>
                    <a:pt x="578" y="833"/>
                    <a:pt x="611" y="833"/>
                  </a:cubicBezTo>
                  <a:cubicBezTo>
                    <a:pt x="990" y="833"/>
                    <a:pt x="1992" y="105"/>
                    <a:pt x="1554" y="13"/>
                  </a:cubicBezTo>
                  <a:cubicBezTo>
                    <a:pt x="1512" y="5"/>
                    <a:pt x="1468" y="1"/>
                    <a:pt x="1425" y="1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" name="Google Shape;1488;p34">
              <a:extLst>
                <a:ext uri="{FF2B5EF4-FFF2-40B4-BE49-F238E27FC236}">
                  <a16:creationId xmlns:a16="http://schemas.microsoft.com/office/drawing/2014/main" id="{27F4AA93-7359-2198-43D6-C7CB04ED877D}"/>
                </a:ext>
              </a:extLst>
            </p:cNvPr>
            <p:cNvGrpSpPr/>
            <p:nvPr/>
          </p:nvGrpSpPr>
          <p:grpSpPr>
            <a:xfrm>
              <a:off x="4939903" y="1223591"/>
              <a:ext cx="3875139" cy="2353997"/>
              <a:chOff x="2772963" y="2596675"/>
              <a:chExt cx="3598086" cy="2185698"/>
            </a:xfrm>
          </p:grpSpPr>
          <p:sp>
            <p:nvSpPr>
              <p:cNvPr id="11" name="Google Shape;1489;p34">
                <a:extLst>
                  <a:ext uri="{FF2B5EF4-FFF2-40B4-BE49-F238E27FC236}">
                    <a16:creationId xmlns:a16="http://schemas.microsoft.com/office/drawing/2014/main" id="{36B06FD0-AC0B-B864-DDDA-EF32F3C25309}"/>
                  </a:ext>
                </a:extLst>
              </p:cNvPr>
              <p:cNvSpPr/>
              <p:nvPr/>
            </p:nvSpPr>
            <p:spPr>
              <a:xfrm>
                <a:off x="2772963" y="3173417"/>
                <a:ext cx="3598086" cy="1157161"/>
              </a:xfrm>
              <a:custGeom>
                <a:avLst/>
                <a:gdLst/>
                <a:ahLst/>
                <a:cxnLst/>
                <a:rect l="l" t="t" r="r" b="b"/>
                <a:pathLst>
                  <a:path w="50503" h="16242" extrusionOk="0">
                    <a:moveTo>
                      <a:pt x="40151" y="1"/>
                    </a:moveTo>
                    <a:lnTo>
                      <a:pt x="11179" y="7695"/>
                    </a:lnTo>
                    <a:lnTo>
                      <a:pt x="11104" y="7720"/>
                    </a:lnTo>
                    <a:lnTo>
                      <a:pt x="8246" y="12081"/>
                    </a:lnTo>
                    <a:lnTo>
                      <a:pt x="4462" y="10627"/>
                    </a:lnTo>
                    <a:lnTo>
                      <a:pt x="2106" y="15815"/>
                    </a:lnTo>
                    <a:lnTo>
                      <a:pt x="1" y="15815"/>
                    </a:lnTo>
                    <a:lnTo>
                      <a:pt x="1" y="16241"/>
                    </a:lnTo>
                    <a:lnTo>
                      <a:pt x="2382" y="16241"/>
                    </a:lnTo>
                    <a:lnTo>
                      <a:pt x="4662" y="11154"/>
                    </a:lnTo>
                    <a:lnTo>
                      <a:pt x="8397" y="12582"/>
                    </a:lnTo>
                    <a:lnTo>
                      <a:pt x="11354" y="8071"/>
                    </a:lnTo>
                    <a:lnTo>
                      <a:pt x="40051" y="452"/>
                    </a:lnTo>
                    <a:lnTo>
                      <a:pt x="43986" y="3810"/>
                    </a:lnTo>
                    <a:lnTo>
                      <a:pt x="47720" y="427"/>
                    </a:lnTo>
                    <a:lnTo>
                      <a:pt x="50502" y="427"/>
                    </a:lnTo>
                    <a:lnTo>
                      <a:pt x="50502" y="26"/>
                    </a:lnTo>
                    <a:lnTo>
                      <a:pt x="47570" y="26"/>
                    </a:lnTo>
                    <a:lnTo>
                      <a:pt x="43961" y="3259"/>
                    </a:lnTo>
                    <a:lnTo>
                      <a:pt x="401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490;p34">
                <a:extLst>
                  <a:ext uri="{FF2B5EF4-FFF2-40B4-BE49-F238E27FC236}">
                    <a16:creationId xmlns:a16="http://schemas.microsoft.com/office/drawing/2014/main" id="{4F3F6D1F-9070-AF2D-7EB7-16A5203BB239}"/>
                  </a:ext>
                </a:extLst>
              </p:cNvPr>
              <p:cNvSpPr/>
              <p:nvPr/>
            </p:nvSpPr>
            <p:spPr>
              <a:xfrm>
                <a:off x="3314012" y="2739525"/>
                <a:ext cx="2226762" cy="1473204"/>
              </a:xfrm>
              <a:custGeom>
                <a:avLst/>
                <a:gdLst/>
                <a:ahLst/>
                <a:cxnLst/>
                <a:rect l="l" t="t" r="r" b="b"/>
                <a:pathLst>
                  <a:path w="31255" h="20678" extrusionOk="0">
                    <a:moveTo>
                      <a:pt x="1354" y="0"/>
                    </a:moveTo>
                    <a:cubicBezTo>
                      <a:pt x="627" y="0"/>
                      <a:pt x="1" y="627"/>
                      <a:pt x="1" y="1379"/>
                    </a:cubicBezTo>
                    <a:lnTo>
                      <a:pt x="1" y="19324"/>
                    </a:lnTo>
                    <a:cubicBezTo>
                      <a:pt x="1" y="20051"/>
                      <a:pt x="627" y="20677"/>
                      <a:pt x="1354" y="20677"/>
                    </a:cubicBezTo>
                    <a:lnTo>
                      <a:pt x="29901" y="20677"/>
                    </a:lnTo>
                    <a:cubicBezTo>
                      <a:pt x="30627" y="20677"/>
                      <a:pt x="31254" y="20051"/>
                      <a:pt x="31254" y="19324"/>
                    </a:cubicBezTo>
                    <a:lnTo>
                      <a:pt x="31254" y="1379"/>
                    </a:lnTo>
                    <a:cubicBezTo>
                      <a:pt x="31254" y="627"/>
                      <a:pt x="30627" y="0"/>
                      <a:pt x="29901" y="0"/>
                    </a:cubicBezTo>
                    <a:close/>
                  </a:path>
                </a:pathLst>
              </a:custGeom>
              <a:solidFill>
                <a:srgbClr val="FDED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491;p34">
                <a:extLst>
                  <a:ext uri="{FF2B5EF4-FFF2-40B4-BE49-F238E27FC236}">
                    <a16:creationId xmlns:a16="http://schemas.microsoft.com/office/drawing/2014/main" id="{9D374325-CBFD-3526-3792-59A74B84372E}"/>
                  </a:ext>
                </a:extLst>
              </p:cNvPr>
              <p:cNvSpPr/>
              <p:nvPr/>
            </p:nvSpPr>
            <p:spPr>
              <a:xfrm>
                <a:off x="4110411" y="3980571"/>
                <a:ext cx="637572" cy="551793"/>
              </a:xfrm>
              <a:custGeom>
                <a:avLst/>
                <a:gdLst/>
                <a:ahLst/>
                <a:cxnLst/>
                <a:rect l="l" t="t" r="r" b="b"/>
                <a:pathLst>
                  <a:path w="8949" h="7745" extrusionOk="0">
                    <a:moveTo>
                      <a:pt x="552" y="0"/>
                    </a:moveTo>
                    <a:lnTo>
                      <a:pt x="1" y="7744"/>
                    </a:lnTo>
                    <a:lnTo>
                      <a:pt x="8948" y="7744"/>
                    </a:lnTo>
                    <a:lnTo>
                      <a:pt x="814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92;p34">
                <a:extLst>
                  <a:ext uri="{FF2B5EF4-FFF2-40B4-BE49-F238E27FC236}">
                    <a16:creationId xmlns:a16="http://schemas.microsoft.com/office/drawing/2014/main" id="{9ABC2DEB-73B2-FA33-5F70-A576C2C65337}"/>
                  </a:ext>
                </a:extLst>
              </p:cNvPr>
              <p:cNvSpPr/>
              <p:nvPr/>
            </p:nvSpPr>
            <p:spPr>
              <a:xfrm>
                <a:off x="3314012" y="2739525"/>
                <a:ext cx="2226762" cy="1473204"/>
              </a:xfrm>
              <a:custGeom>
                <a:avLst/>
                <a:gdLst/>
                <a:ahLst/>
                <a:cxnLst/>
                <a:rect l="l" t="t" r="r" b="b"/>
                <a:pathLst>
                  <a:path w="31255" h="20678" extrusionOk="0">
                    <a:moveTo>
                      <a:pt x="1354" y="0"/>
                    </a:moveTo>
                    <a:cubicBezTo>
                      <a:pt x="627" y="0"/>
                      <a:pt x="1" y="627"/>
                      <a:pt x="1" y="1379"/>
                    </a:cubicBezTo>
                    <a:lnTo>
                      <a:pt x="1" y="19324"/>
                    </a:lnTo>
                    <a:cubicBezTo>
                      <a:pt x="1" y="20051"/>
                      <a:pt x="627" y="20677"/>
                      <a:pt x="1354" y="20677"/>
                    </a:cubicBezTo>
                    <a:lnTo>
                      <a:pt x="29901" y="20677"/>
                    </a:lnTo>
                    <a:cubicBezTo>
                      <a:pt x="30627" y="20677"/>
                      <a:pt x="31254" y="20051"/>
                      <a:pt x="31254" y="19324"/>
                    </a:cubicBezTo>
                    <a:lnTo>
                      <a:pt x="31254" y="1379"/>
                    </a:lnTo>
                    <a:cubicBezTo>
                      <a:pt x="31254" y="627"/>
                      <a:pt x="30627" y="0"/>
                      <a:pt x="299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493;p34">
                <a:extLst>
                  <a:ext uri="{FF2B5EF4-FFF2-40B4-BE49-F238E27FC236}">
                    <a16:creationId xmlns:a16="http://schemas.microsoft.com/office/drawing/2014/main" id="{1FDBC58F-E060-7D6A-0E53-2D4A9AE1E8E4}"/>
                  </a:ext>
                </a:extLst>
              </p:cNvPr>
              <p:cNvSpPr/>
              <p:nvPr/>
            </p:nvSpPr>
            <p:spPr>
              <a:xfrm>
                <a:off x="3401503" y="2837703"/>
                <a:ext cx="2035683" cy="1044665"/>
              </a:xfrm>
              <a:custGeom>
                <a:avLst/>
                <a:gdLst/>
                <a:ahLst/>
                <a:cxnLst/>
                <a:rect l="l" t="t" r="r" b="b"/>
                <a:pathLst>
                  <a:path w="28573" h="14663" extrusionOk="0">
                    <a:moveTo>
                      <a:pt x="1" y="1"/>
                    </a:moveTo>
                    <a:lnTo>
                      <a:pt x="1" y="14663"/>
                    </a:lnTo>
                    <a:lnTo>
                      <a:pt x="28572" y="14663"/>
                    </a:lnTo>
                    <a:lnTo>
                      <a:pt x="285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494;p34">
                <a:extLst>
                  <a:ext uri="{FF2B5EF4-FFF2-40B4-BE49-F238E27FC236}">
                    <a16:creationId xmlns:a16="http://schemas.microsoft.com/office/drawing/2014/main" id="{F4A2F118-AAEE-3F98-48DA-B4302D6DEB52}"/>
                  </a:ext>
                </a:extLst>
              </p:cNvPr>
              <p:cNvSpPr/>
              <p:nvPr/>
            </p:nvSpPr>
            <p:spPr>
              <a:xfrm>
                <a:off x="3314012" y="3969813"/>
                <a:ext cx="2226762" cy="242945"/>
              </a:xfrm>
              <a:custGeom>
                <a:avLst/>
                <a:gdLst/>
                <a:ahLst/>
                <a:cxnLst/>
                <a:rect l="l" t="t" r="r" b="b"/>
                <a:pathLst>
                  <a:path w="31255" h="3410" extrusionOk="0">
                    <a:moveTo>
                      <a:pt x="1" y="1"/>
                    </a:moveTo>
                    <a:lnTo>
                      <a:pt x="1" y="2056"/>
                    </a:lnTo>
                    <a:cubicBezTo>
                      <a:pt x="1" y="2783"/>
                      <a:pt x="627" y="3409"/>
                      <a:pt x="1354" y="3409"/>
                    </a:cubicBezTo>
                    <a:lnTo>
                      <a:pt x="29901" y="3409"/>
                    </a:lnTo>
                    <a:cubicBezTo>
                      <a:pt x="30627" y="3409"/>
                      <a:pt x="31254" y="2783"/>
                      <a:pt x="31254" y="2056"/>
                    </a:cubicBezTo>
                    <a:lnTo>
                      <a:pt x="312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495;p34">
                <a:extLst>
                  <a:ext uri="{FF2B5EF4-FFF2-40B4-BE49-F238E27FC236}">
                    <a16:creationId xmlns:a16="http://schemas.microsoft.com/office/drawing/2014/main" id="{4CC3AA81-00B4-91CF-6E2E-4FC2D0F9F110}"/>
                  </a:ext>
                </a:extLst>
              </p:cNvPr>
              <p:cNvSpPr/>
              <p:nvPr/>
            </p:nvSpPr>
            <p:spPr>
              <a:xfrm>
                <a:off x="3799703" y="4444815"/>
                <a:ext cx="1228549" cy="87560"/>
              </a:xfrm>
              <a:custGeom>
                <a:avLst/>
                <a:gdLst/>
                <a:ahLst/>
                <a:cxnLst/>
                <a:rect l="l" t="t" r="r" b="b"/>
                <a:pathLst>
                  <a:path w="17244" h="1229" extrusionOk="0">
                    <a:moveTo>
                      <a:pt x="1" y="0"/>
                    </a:moveTo>
                    <a:lnTo>
                      <a:pt x="1" y="1228"/>
                    </a:lnTo>
                    <a:lnTo>
                      <a:pt x="17244" y="1228"/>
                    </a:lnTo>
                    <a:lnTo>
                      <a:pt x="172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496;p34">
                <a:extLst>
                  <a:ext uri="{FF2B5EF4-FFF2-40B4-BE49-F238E27FC236}">
                    <a16:creationId xmlns:a16="http://schemas.microsoft.com/office/drawing/2014/main" id="{30B4FF74-23C6-89F8-150F-E30984772F19}"/>
                  </a:ext>
                </a:extLst>
              </p:cNvPr>
              <p:cNvSpPr/>
              <p:nvPr/>
            </p:nvSpPr>
            <p:spPr>
              <a:xfrm>
                <a:off x="5755005" y="2859148"/>
                <a:ext cx="128668" cy="128668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1806" extrusionOk="0">
                    <a:moveTo>
                      <a:pt x="276" y="1"/>
                    </a:moveTo>
                    <a:lnTo>
                      <a:pt x="1" y="301"/>
                    </a:lnTo>
                    <a:lnTo>
                      <a:pt x="1529" y="1805"/>
                    </a:lnTo>
                    <a:lnTo>
                      <a:pt x="1805" y="1504"/>
                    </a:lnTo>
                    <a:lnTo>
                      <a:pt x="276" y="1"/>
                    </a:lnTo>
                    <a:close/>
                  </a:path>
                </a:pathLst>
              </a:custGeom>
              <a:solidFill>
                <a:srgbClr val="CB6E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497;p34">
                <a:extLst>
                  <a:ext uri="{FF2B5EF4-FFF2-40B4-BE49-F238E27FC236}">
                    <a16:creationId xmlns:a16="http://schemas.microsoft.com/office/drawing/2014/main" id="{920B51AE-6E1B-BC55-54E8-1D8DAB7F9A5A}"/>
                  </a:ext>
                </a:extLst>
              </p:cNvPr>
              <p:cNvSpPr/>
              <p:nvPr/>
            </p:nvSpPr>
            <p:spPr>
              <a:xfrm>
                <a:off x="5755005" y="2860929"/>
                <a:ext cx="126887" cy="126887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1781" extrusionOk="0">
                    <a:moveTo>
                      <a:pt x="1504" y="1"/>
                    </a:moveTo>
                    <a:lnTo>
                      <a:pt x="1" y="1479"/>
                    </a:lnTo>
                    <a:lnTo>
                      <a:pt x="301" y="1780"/>
                    </a:lnTo>
                    <a:lnTo>
                      <a:pt x="1780" y="276"/>
                    </a:lnTo>
                    <a:lnTo>
                      <a:pt x="1504" y="1"/>
                    </a:lnTo>
                    <a:close/>
                  </a:path>
                </a:pathLst>
              </a:custGeom>
              <a:solidFill>
                <a:srgbClr val="CB6E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498;p34">
                <a:extLst>
                  <a:ext uri="{FF2B5EF4-FFF2-40B4-BE49-F238E27FC236}">
                    <a16:creationId xmlns:a16="http://schemas.microsoft.com/office/drawing/2014/main" id="{2F1D9DD5-780C-B44A-1BD5-9BE70BAEEC19}"/>
                  </a:ext>
                </a:extLst>
              </p:cNvPr>
              <p:cNvSpPr/>
              <p:nvPr/>
            </p:nvSpPr>
            <p:spPr>
              <a:xfrm>
                <a:off x="5805021" y="3891228"/>
                <a:ext cx="26859" cy="3939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53" extrusionOk="0">
                    <a:moveTo>
                      <a:pt x="0" y="1"/>
                    </a:moveTo>
                    <a:lnTo>
                      <a:pt x="0" y="552"/>
                    </a:lnTo>
                    <a:lnTo>
                      <a:pt x="376" y="552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499;p34">
                <a:extLst>
                  <a:ext uri="{FF2B5EF4-FFF2-40B4-BE49-F238E27FC236}">
                    <a16:creationId xmlns:a16="http://schemas.microsoft.com/office/drawing/2014/main" id="{82417C91-D55E-0E73-5441-7D3533D304C4}"/>
                  </a:ext>
                </a:extLst>
              </p:cNvPr>
              <p:cNvSpPr/>
              <p:nvPr/>
            </p:nvSpPr>
            <p:spPr>
              <a:xfrm>
                <a:off x="5805021" y="3948368"/>
                <a:ext cx="26859" cy="3939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53" extrusionOk="0">
                    <a:moveTo>
                      <a:pt x="0" y="1"/>
                    </a:moveTo>
                    <a:lnTo>
                      <a:pt x="0" y="552"/>
                    </a:lnTo>
                    <a:lnTo>
                      <a:pt x="376" y="552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500;p34">
                <a:extLst>
                  <a:ext uri="{FF2B5EF4-FFF2-40B4-BE49-F238E27FC236}">
                    <a16:creationId xmlns:a16="http://schemas.microsoft.com/office/drawing/2014/main" id="{ACFC0151-DF4C-EC9A-03A3-AF2C4E3FC2CC}"/>
                  </a:ext>
                </a:extLst>
              </p:cNvPr>
              <p:cNvSpPr/>
              <p:nvPr/>
            </p:nvSpPr>
            <p:spPr>
              <a:xfrm>
                <a:off x="5805021" y="4005508"/>
                <a:ext cx="26859" cy="3939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53" extrusionOk="0">
                    <a:moveTo>
                      <a:pt x="0" y="1"/>
                    </a:moveTo>
                    <a:lnTo>
                      <a:pt x="0" y="552"/>
                    </a:lnTo>
                    <a:lnTo>
                      <a:pt x="376" y="552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501;p34">
                <a:extLst>
                  <a:ext uri="{FF2B5EF4-FFF2-40B4-BE49-F238E27FC236}">
                    <a16:creationId xmlns:a16="http://schemas.microsoft.com/office/drawing/2014/main" id="{13F986D7-7BE2-8BEA-B11A-11D5E61BE3B1}"/>
                  </a:ext>
                </a:extLst>
              </p:cNvPr>
              <p:cNvSpPr/>
              <p:nvPr/>
            </p:nvSpPr>
            <p:spPr>
              <a:xfrm>
                <a:off x="5805021" y="4062648"/>
                <a:ext cx="26859" cy="3761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28" extrusionOk="0">
                    <a:moveTo>
                      <a:pt x="0" y="1"/>
                    </a:moveTo>
                    <a:lnTo>
                      <a:pt x="0" y="527"/>
                    </a:lnTo>
                    <a:lnTo>
                      <a:pt x="376" y="527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502;p34">
                <a:extLst>
                  <a:ext uri="{FF2B5EF4-FFF2-40B4-BE49-F238E27FC236}">
                    <a16:creationId xmlns:a16="http://schemas.microsoft.com/office/drawing/2014/main" id="{8CE89858-0EE0-2539-4433-BB84C79FA83B}"/>
                  </a:ext>
                </a:extLst>
              </p:cNvPr>
              <p:cNvSpPr/>
              <p:nvPr/>
            </p:nvSpPr>
            <p:spPr>
              <a:xfrm>
                <a:off x="5805021" y="4119788"/>
                <a:ext cx="26859" cy="3761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28" extrusionOk="0">
                    <a:moveTo>
                      <a:pt x="0" y="1"/>
                    </a:moveTo>
                    <a:lnTo>
                      <a:pt x="0" y="527"/>
                    </a:lnTo>
                    <a:lnTo>
                      <a:pt x="376" y="527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503;p34">
                <a:extLst>
                  <a:ext uri="{FF2B5EF4-FFF2-40B4-BE49-F238E27FC236}">
                    <a16:creationId xmlns:a16="http://schemas.microsoft.com/office/drawing/2014/main" id="{A8DBFEED-1120-F794-5716-FF3D5F5F3C42}"/>
                  </a:ext>
                </a:extLst>
              </p:cNvPr>
              <p:cNvSpPr/>
              <p:nvPr/>
            </p:nvSpPr>
            <p:spPr>
              <a:xfrm>
                <a:off x="5805021" y="4176927"/>
                <a:ext cx="26859" cy="3761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28" extrusionOk="0">
                    <a:moveTo>
                      <a:pt x="0" y="1"/>
                    </a:moveTo>
                    <a:lnTo>
                      <a:pt x="0" y="527"/>
                    </a:lnTo>
                    <a:lnTo>
                      <a:pt x="376" y="527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504;p34">
                <a:extLst>
                  <a:ext uri="{FF2B5EF4-FFF2-40B4-BE49-F238E27FC236}">
                    <a16:creationId xmlns:a16="http://schemas.microsoft.com/office/drawing/2014/main" id="{D71CB8EB-29AA-3751-A3DB-55F2AE90E609}"/>
                  </a:ext>
                </a:extLst>
              </p:cNvPr>
              <p:cNvSpPr/>
              <p:nvPr/>
            </p:nvSpPr>
            <p:spPr>
              <a:xfrm>
                <a:off x="5805021" y="4234067"/>
                <a:ext cx="26859" cy="3761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28" extrusionOk="0">
                    <a:moveTo>
                      <a:pt x="0" y="1"/>
                    </a:moveTo>
                    <a:lnTo>
                      <a:pt x="0" y="527"/>
                    </a:lnTo>
                    <a:lnTo>
                      <a:pt x="376" y="527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505;p34">
                <a:extLst>
                  <a:ext uri="{FF2B5EF4-FFF2-40B4-BE49-F238E27FC236}">
                    <a16:creationId xmlns:a16="http://schemas.microsoft.com/office/drawing/2014/main" id="{00EC7021-3C03-A4E7-E87F-356E213908D2}"/>
                  </a:ext>
                </a:extLst>
              </p:cNvPr>
              <p:cNvSpPr/>
              <p:nvPr/>
            </p:nvSpPr>
            <p:spPr>
              <a:xfrm>
                <a:off x="5010403" y="4035859"/>
                <a:ext cx="650039" cy="105443"/>
              </a:xfrm>
              <a:custGeom>
                <a:avLst/>
                <a:gdLst/>
                <a:ahLst/>
                <a:cxnLst/>
                <a:rect l="l" t="t" r="r" b="b"/>
                <a:pathLst>
                  <a:path w="9124" h="1480" extrusionOk="0">
                    <a:moveTo>
                      <a:pt x="201" y="1"/>
                    </a:moveTo>
                    <a:lnTo>
                      <a:pt x="0" y="176"/>
                    </a:lnTo>
                    <a:lnTo>
                      <a:pt x="752" y="1029"/>
                    </a:lnTo>
                    <a:cubicBezTo>
                      <a:pt x="930" y="1220"/>
                      <a:pt x="1175" y="1322"/>
                      <a:pt x="1422" y="1322"/>
                    </a:cubicBezTo>
                    <a:cubicBezTo>
                      <a:pt x="1628" y="1322"/>
                      <a:pt x="1835" y="1252"/>
                      <a:pt x="2005" y="1104"/>
                    </a:cubicBezTo>
                    <a:lnTo>
                      <a:pt x="2682" y="527"/>
                    </a:lnTo>
                    <a:cubicBezTo>
                      <a:pt x="2787" y="423"/>
                      <a:pt x="2908" y="371"/>
                      <a:pt x="3033" y="371"/>
                    </a:cubicBezTo>
                    <a:cubicBezTo>
                      <a:pt x="3058" y="371"/>
                      <a:pt x="3083" y="373"/>
                      <a:pt x="3108" y="377"/>
                    </a:cubicBezTo>
                    <a:cubicBezTo>
                      <a:pt x="3284" y="377"/>
                      <a:pt x="3434" y="452"/>
                      <a:pt x="3534" y="577"/>
                    </a:cubicBezTo>
                    <a:lnTo>
                      <a:pt x="4035" y="1129"/>
                    </a:lnTo>
                    <a:cubicBezTo>
                      <a:pt x="4186" y="1329"/>
                      <a:pt x="4411" y="1430"/>
                      <a:pt x="4637" y="1430"/>
                    </a:cubicBezTo>
                    <a:cubicBezTo>
                      <a:pt x="4668" y="1433"/>
                      <a:pt x="4699" y="1434"/>
                      <a:pt x="4730" y="1434"/>
                    </a:cubicBezTo>
                    <a:cubicBezTo>
                      <a:pt x="4943" y="1434"/>
                      <a:pt x="5135" y="1357"/>
                      <a:pt x="5289" y="1204"/>
                    </a:cubicBezTo>
                    <a:lnTo>
                      <a:pt x="5890" y="678"/>
                    </a:lnTo>
                    <a:cubicBezTo>
                      <a:pt x="5995" y="573"/>
                      <a:pt x="6116" y="521"/>
                      <a:pt x="6256" y="521"/>
                    </a:cubicBezTo>
                    <a:cubicBezTo>
                      <a:pt x="6283" y="521"/>
                      <a:pt x="6312" y="523"/>
                      <a:pt x="6341" y="527"/>
                    </a:cubicBezTo>
                    <a:cubicBezTo>
                      <a:pt x="6517" y="552"/>
                      <a:pt x="6667" y="628"/>
                      <a:pt x="6767" y="753"/>
                    </a:cubicBezTo>
                    <a:lnTo>
                      <a:pt x="7068" y="1129"/>
                    </a:lnTo>
                    <a:cubicBezTo>
                      <a:pt x="7244" y="1354"/>
                      <a:pt x="7469" y="1455"/>
                      <a:pt x="7720" y="1480"/>
                    </a:cubicBezTo>
                    <a:cubicBezTo>
                      <a:pt x="7995" y="1480"/>
                      <a:pt x="8221" y="1379"/>
                      <a:pt x="8396" y="1204"/>
                    </a:cubicBezTo>
                    <a:lnTo>
                      <a:pt x="9123" y="427"/>
                    </a:lnTo>
                    <a:lnTo>
                      <a:pt x="8948" y="252"/>
                    </a:lnTo>
                    <a:lnTo>
                      <a:pt x="8221" y="1029"/>
                    </a:lnTo>
                    <a:cubicBezTo>
                      <a:pt x="8112" y="1138"/>
                      <a:pt x="7965" y="1209"/>
                      <a:pt x="7813" y="1209"/>
                    </a:cubicBezTo>
                    <a:cubicBezTo>
                      <a:pt x="7790" y="1209"/>
                      <a:pt x="7767" y="1207"/>
                      <a:pt x="7745" y="1204"/>
                    </a:cubicBezTo>
                    <a:cubicBezTo>
                      <a:pt x="7569" y="1204"/>
                      <a:pt x="7394" y="1129"/>
                      <a:pt x="7294" y="978"/>
                    </a:cubicBezTo>
                    <a:lnTo>
                      <a:pt x="6968" y="602"/>
                    </a:lnTo>
                    <a:cubicBezTo>
                      <a:pt x="6843" y="402"/>
                      <a:pt x="6617" y="277"/>
                      <a:pt x="6366" y="252"/>
                    </a:cubicBezTo>
                    <a:cubicBezTo>
                      <a:pt x="6340" y="249"/>
                      <a:pt x="6315" y="248"/>
                      <a:pt x="6290" y="248"/>
                    </a:cubicBezTo>
                    <a:cubicBezTo>
                      <a:pt x="6069" y="248"/>
                      <a:pt x="5869" y="342"/>
                      <a:pt x="5690" y="477"/>
                    </a:cubicBezTo>
                    <a:lnTo>
                      <a:pt x="5113" y="1029"/>
                    </a:lnTo>
                    <a:cubicBezTo>
                      <a:pt x="4988" y="1129"/>
                      <a:pt x="4812" y="1179"/>
                      <a:pt x="4662" y="1179"/>
                    </a:cubicBezTo>
                    <a:cubicBezTo>
                      <a:pt x="4487" y="1154"/>
                      <a:pt x="4336" y="1079"/>
                      <a:pt x="4236" y="953"/>
                    </a:cubicBezTo>
                    <a:lnTo>
                      <a:pt x="3735" y="402"/>
                    </a:lnTo>
                    <a:cubicBezTo>
                      <a:pt x="3584" y="227"/>
                      <a:pt x="3384" y="126"/>
                      <a:pt x="3133" y="101"/>
                    </a:cubicBezTo>
                    <a:cubicBezTo>
                      <a:pt x="3105" y="98"/>
                      <a:pt x="3077" y="97"/>
                      <a:pt x="3049" y="97"/>
                    </a:cubicBezTo>
                    <a:cubicBezTo>
                      <a:pt x="2852" y="97"/>
                      <a:pt x="2660" y="173"/>
                      <a:pt x="2507" y="327"/>
                    </a:cubicBezTo>
                    <a:lnTo>
                      <a:pt x="1830" y="903"/>
                    </a:lnTo>
                    <a:cubicBezTo>
                      <a:pt x="1703" y="1007"/>
                      <a:pt x="1555" y="1058"/>
                      <a:pt x="1410" y="1058"/>
                    </a:cubicBezTo>
                    <a:cubicBezTo>
                      <a:pt x="1240" y="1058"/>
                      <a:pt x="1074" y="988"/>
                      <a:pt x="953" y="853"/>
                    </a:cubicBezTo>
                    <a:lnTo>
                      <a:pt x="201" y="1"/>
                    </a:lnTo>
                    <a:close/>
                  </a:path>
                </a:pathLst>
              </a:custGeom>
              <a:solidFill>
                <a:srgbClr val="F9AB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506;p34">
                <a:extLst>
                  <a:ext uri="{FF2B5EF4-FFF2-40B4-BE49-F238E27FC236}">
                    <a16:creationId xmlns:a16="http://schemas.microsoft.com/office/drawing/2014/main" id="{B2294F6C-5E39-B822-F042-2B292E8C11F4}"/>
                  </a:ext>
                </a:extLst>
              </p:cNvPr>
              <p:cNvSpPr/>
              <p:nvPr/>
            </p:nvSpPr>
            <p:spPr>
              <a:xfrm>
                <a:off x="3837250" y="2596675"/>
                <a:ext cx="1823160" cy="1139279"/>
              </a:xfrm>
              <a:custGeom>
                <a:avLst/>
                <a:gdLst/>
                <a:ahLst/>
                <a:cxnLst/>
                <a:rect l="l" t="t" r="r" b="b"/>
                <a:pathLst>
                  <a:path w="25590" h="15991" extrusionOk="0">
                    <a:moveTo>
                      <a:pt x="1053" y="0"/>
                    </a:moveTo>
                    <a:cubicBezTo>
                      <a:pt x="476" y="0"/>
                      <a:pt x="0" y="451"/>
                      <a:pt x="0" y="1028"/>
                    </a:cubicBezTo>
                    <a:lnTo>
                      <a:pt x="0" y="14963"/>
                    </a:lnTo>
                    <a:cubicBezTo>
                      <a:pt x="0" y="15539"/>
                      <a:pt x="476" y="15990"/>
                      <a:pt x="1053" y="15990"/>
                    </a:cubicBezTo>
                    <a:lnTo>
                      <a:pt x="24512" y="15990"/>
                    </a:lnTo>
                    <a:cubicBezTo>
                      <a:pt x="25113" y="15990"/>
                      <a:pt x="25589" y="15539"/>
                      <a:pt x="25589" y="14963"/>
                    </a:cubicBezTo>
                    <a:lnTo>
                      <a:pt x="25589" y="1028"/>
                    </a:lnTo>
                    <a:cubicBezTo>
                      <a:pt x="25589" y="451"/>
                      <a:pt x="25113" y="0"/>
                      <a:pt x="245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507;p34">
                <a:extLst>
                  <a:ext uri="{FF2B5EF4-FFF2-40B4-BE49-F238E27FC236}">
                    <a16:creationId xmlns:a16="http://schemas.microsoft.com/office/drawing/2014/main" id="{FFD1C250-9890-D5A8-B4E4-6B8E6A4C4E6F}"/>
                  </a:ext>
                </a:extLst>
              </p:cNvPr>
              <p:cNvSpPr/>
              <p:nvPr/>
            </p:nvSpPr>
            <p:spPr>
              <a:xfrm>
                <a:off x="3837250" y="2596675"/>
                <a:ext cx="1823160" cy="207180"/>
              </a:xfrm>
              <a:custGeom>
                <a:avLst/>
                <a:gdLst/>
                <a:ahLst/>
                <a:cxnLst/>
                <a:rect l="l" t="t" r="r" b="b"/>
                <a:pathLst>
                  <a:path w="25590" h="2908" extrusionOk="0">
                    <a:moveTo>
                      <a:pt x="1053" y="0"/>
                    </a:moveTo>
                    <a:cubicBezTo>
                      <a:pt x="476" y="0"/>
                      <a:pt x="0" y="451"/>
                      <a:pt x="0" y="1028"/>
                    </a:cubicBezTo>
                    <a:lnTo>
                      <a:pt x="0" y="2908"/>
                    </a:lnTo>
                    <a:lnTo>
                      <a:pt x="25589" y="2908"/>
                    </a:lnTo>
                    <a:lnTo>
                      <a:pt x="25589" y="1028"/>
                    </a:lnTo>
                    <a:cubicBezTo>
                      <a:pt x="25589" y="451"/>
                      <a:pt x="25113" y="0"/>
                      <a:pt x="245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508;p34">
                <a:extLst>
                  <a:ext uri="{FF2B5EF4-FFF2-40B4-BE49-F238E27FC236}">
                    <a16:creationId xmlns:a16="http://schemas.microsoft.com/office/drawing/2014/main" id="{70F2B38C-543C-7D75-0526-83013514DF76}"/>
                  </a:ext>
                </a:extLst>
              </p:cNvPr>
              <p:cNvSpPr/>
              <p:nvPr/>
            </p:nvSpPr>
            <p:spPr>
              <a:xfrm>
                <a:off x="3946115" y="2664502"/>
                <a:ext cx="75092" cy="73311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029" extrusionOk="0">
                    <a:moveTo>
                      <a:pt x="527" y="1"/>
                    </a:moveTo>
                    <a:cubicBezTo>
                      <a:pt x="227" y="1"/>
                      <a:pt x="1" y="226"/>
                      <a:pt x="1" y="502"/>
                    </a:cubicBezTo>
                    <a:cubicBezTo>
                      <a:pt x="1" y="803"/>
                      <a:pt x="227" y="1028"/>
                      <a:pt x="527" y="1028"/>
                    </a:cubicBezTo>
                    <a:cubicBezTo>
                      <a:pt x="803" y="1028"/>
                      <a:pt x="1054" y="803"/>
                      <a:pt x="1054" y="502"/>
                    </a:cubicBezTo>
                    <a:cubicBezTo>
                      <a:pt x="1054" y="226"/>
                      <a:pt x="803" y="1"/>
                      <a:pt x="5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509;p34">
                <a:extLst>
                  <a:ext uri="{FF2B5EF4-FFF2-40B4-BE49-F238E27FC236}">
                    <a16:creationId xmlns:a16="http://schemas.microsoft.com/office/drawing/2014/main" id="{880B4A78-E9EA-EF69-B0AA-6BB046976BD8}"/>
                  </a:ext>
                </a:extLst>
              </p:cNvPr>
              <p:cNvSpPr/>
              <p:nvPr/>
            </p:nvSpPr>
            <p:spPr>
              <a:xfrm>
                <a:off x="4040803" y="2664502"/>
                <a:ext cx="75021" cy="73311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29" extrusionOk="0">
                    <a:moveTo>
                      <a:pt x="527" y="1"/>
                    </a:moveTo>
                    <a:cubicBezTo>
                      <a:pt x="251" y="1"/>
                      <a:pt x="0" y="226"/>
                      <a:pt x="0" y="502"/>
                    </a:cubicBezTo>
                    <a:cubicBezTo>
                      <a:pt x="0" y="803"/>
                      <a:pt x="251" y="1028"/>
                      <a:pt x="527" y="1028"/>
                    </a:cubicBezTo>
                    <a:cubicBezTo>
                      <a:pt x="827" y="1028"/>
                      <a:pt x="1053" y="803"/>
                      <a:pt x="1053" y="502"/>
                    </a:cubicBezTo>
                    <a:cubicBezTo>
                      <a:pt x="1053" y="226"/>
                      <a:pt x="827" y="1"/>
                      <a:pt x="5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510;p34">
                <a:extLst>
                  <a:ext uri="{FF2B5EF4-FFF2-40B4-BE49-F238E27FC236}">
                    <a16:creationId xmlns:a16="http://schemas.microsoft.com/office/drawing/2014/main" id="{A1D3F47B-17E7-3849-4AC4-A4443C715E94}"/>
                  </a:ext>
                </a:extLst>
              </p:cNvPr>
              <p:cNvSpPr/>
              <p:nvPr/>
            </p:nvSpPr>
            <p:spPr>
              <a:xfrm>
                <a:off x="4133637" y="2664502"/>
                <a:ext cx="75092" cy="73311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029" extrusionOk="0">
                    <a:moveTo>
                      <a:pt x="527" y="1"/>
                    </a:moveTo>
                    <a:cubicBezTo>
                      <a:pt x="226" y="1"/>
                      <a:pt x="1" y="226"/>
                      <a:pt x="1" y="502"/>
                    </a:cubicBezTo>
                    <a:cubicBezTo>
                      <a:pt x="1" y="803"/>
                      <a:pt x="226" y="1028"/>
                      <a:pt x="527" y="1028"/>
                    </a:cubicBezTo>
                    <a:cubicBezTo>
                      <a:pt x="803" y="1028"/>
                      <a:pt x="1053" y="803"/>
                      <a:pt x="1053" y="502"/>
                    </a:cubicBezTo>
                    <a:cubicBezTo>
                      <a:pt x="1053" y="226"/>
                      <a:pt x="803" y="1"/>
                      <a:pt x="5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511;p34">
                <a:extLst>
                  <a:ext uri="{FF2B5EF4-FFF2-40B4-BE49-F238E27FC236}">
                    <a16:creationId xmlns:a16="http://schemas.microsoft.com/office/drawing/2014/main" id="{21BCB967-13CB-D465-BBA8-27ED6C3028BE}"/>
                  </a:ext>
                </a:extLst>
              </p:cNvPr>
              <p:cNvSpPr/>
              <p:nvPr/>
            </p:nvSpPr>
            <p:spPr>
              <a:xfrm>
                <a:off x="4030044" y="3252002"/>
                <a:ext cx="226844" cy="353589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4963" extrusionOk="0">
                    <a:moveTo>
                      <a:pt x="1" y="0"/>
                    </a:moveTo>
                    <a:lnTo>
                      <a:pt x="1" y="4963"/>
                    </a:lnTo>
                    <a:lnTo>
                      <a:pt x="3184" y="4963"/>
                    </a:lnTo>
                    <a:lnTo>
                      <a:pt x="31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512;p34">
                <a:extLst>
                  <a:ext uri="{FF2B5EF4-FFF2-40B4-BE49-F238E27FC236}">
                    <a16:creationId xmlns:a16="http://schemas.microsoft.com/office/drawing/2014/main" id="{17CD3427-A080-0B9E-7748-90918C0566D0}"/>
                  </a:ext>
                </a:extLst>
              </p:cNvPr>
              <p:cNvSpPr/>
              <p:nvPr/>
            </p:nvSpPr>
            <p:spPr>
              <a:xfrm>
                <a:off x="4313964" y="3143066"/>
                <a:ext cx="226844" cy="462523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6492" extrusionOk="0">
                    <a:moveTo>
                      <a:pt x="1" y="1"/>
                    </a:moveTo>
                    <a:lnTo>
                      <a:pt x="1" y="6492"/>
                    </a:lnTo>
                    <a:lnTo>
                      <a:pt x="3184" y="6492"/>
                    </a:lnTo>
                    <a:lnTo>
                      <a:pt x="318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513;p34">
                <a:extLst>
                  <a:ext uri="{FF2B5EF4-FFF2-40B4-BE49-F238E27FC236}">
                    <a16:creationId xmlns:a16="http://schemas.microsoft.com/office/drawing/2014/main" id="{D644106B-279F-E63D-7B22-30C42F62586E}"/>
                  </a:ext>
                </a:extLst>
              </p:cNvPr>
              <p:cNvSpPr/>
              <p:nvPr/>
            </p:nvSpPr>
            <p:spPr>
              <a:xfrm>
                <a:off x="4590758" y="3034130"/>
                <a:ext cx="226844" cy="571456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8021" extrusionOk="0">
                    <a:moveTo>
                      <a:pt x="1" y="1"/>
                    </a:moveTo>
                    <a:lnTo>
                      <a:pt x="1" y="8021"/>
                    </a:lnTo>
                    <a:lnTo>
                      <a:pt x="3184" y="8021"/>
                    </a:lnTo>
                    <a:lnTo>
                      <a:pt x="31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514;p34">
                <a:extLst>
                  <a:ext uri="{FF2B5EF4-FFF2-40B4-BE49-F238E27FC236}">
                    <a16:creationId xmlns:a16="http://schemas.microsoft.com/office/drawing/2014/main" id="{2D62F8FC-1812-A109-565A-16137E66A10B}"/>
                  </a:ext>
                </a:extLst>
              </p:cNvPr>
              <p:cNvSpPr/>
              <p:nvPr/>
            </p:nvSpPr>
            <p:spPr>
              <a:xfrm>
                <a:off x="4880021" y="2873469"/>
                <a:ext cx="228625" cy="732114"/>
              </a:xfrm>
              <a:custGeom>
                <a:avLst/>
                <a:gdLst/>
                <a:ahLst/>
                <a:cxnLst/>
                <a:rect l="l" t="t" r="r" b="b"/>
                <a:pathLst>
                  <a:path w="3209" h="10276" extrusionOk="0">
                    <a:moveTo>
                      <a:pt x="1" y="0"/>
                    </a:moveTo>
                    <a:lnTo>
                      <a:pt x="1" y="10276"/>
                    </a:lnTo>
                    <a:lnTo>
                      <a:pt x="3209" y="10276"/>
                    </a:lnTo>
                    <a:lnTo>
                      <a:pt x="32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515;p34">
                <a:extLst>
                  <a:ext uri="{FF2B5EF4-FFF2-40B4-BE49-F238E27FC236}">
                    <a16:creationId xmlns:a16="http://schemas.microsoft.com/office/drawing/2014/main" id="{33A7C745-52B4-54C4-BD79-6BC519C0A3BE}"/>
                  </a:ext>
                </a:extLst>
              </p:cNvPr>
              <p:cNvSpPr/>
              <p:nvPr/>
            </p:nvSpPr>
            <p:spPr>
              <a:xfrm>
                <a:off x="5165721" y="3135941"/>
                <a:ext cx="226844" cy="469647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6592" extrusionOk="0">
                    <a:moveTo>
                      <a:pt x="1" y="0"/>
                    </a:moveTo>
                    <a:lnTo>
                      <a:pt x="1" y="6592"/>
                    </a:lnTo>
                    <a:lnTo>
                      <a:pt x="3184" y="6592"/>
                    </a:lnTo>
                    <a:lnTo>
                      <a:pt x="31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516;p34">
                <a:extLst>
                  <a:ext uri="{FF2B5EF4-FFF2-40B4-BE49-F238E27FC236}">
                    <a16:creationId xmlns:a16="http://schemas.microsoft.com/office/drawing/2014/main" id="{3CD03DE0-DDB9-63C9-1291-4807AF212CAB}"/>
                  </a:ext>
                </a:extLst>
              </p:cNvPr>
              <p:cNvSpPr/>
              <p:nvPr/>
            </p:nvSpPr>
            <p:spPr>
              <a:xfrm>
                <a:off x="5465742" y="2721642"/>
                <a:ext cx="226844" cy="883937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12407" extrusionOk="0">
                    <a:moveTo>
                      <a:pt x="0" y="1"/>
                    </a:moveTo>
                    <a:lnTo>
                      <a:pt x="0" y="12407"/>
                    </a:lnTo>
                    <a:lnTo>
                      <a:pt x="3183" y="12407"/>
                    </a:lnTo>
                    <a:lnTo>
                      <a:pt x="31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517;p34">
                <a:extLst>
                  <a:ext uri="{FF2B5EF4-FFF2-40B4-BE49-F238E27FC236}">
                    <a16:creationId xmlns:a16="http://schemas.microsoft.com/office/drawing/2014/main" id="{4555E3A8-028A-4A65-C2E0-B8FEE50114BA}"/>
                  </a:ext>
                </a:extLst>
              </p:cNvPr>
              <p:cNvSpPr/>
              <p:nvPr/>
            </p:nvSpPr>
            <p:spPr>
              <a:xfrm>
                <a:off x="3908639" y="2869835"/>
                <a:ext cx="1910648" cy="807206"/>
              </a:xfrm>
              <a:custGeom>
                <a:avLst/>
                <a:gdLst/>
                <a:ahLst/>
                <a:cxnLst/>
                <a:rect l="l" t="t" r="r" b="b"/>
                <a:pathLst>
                  <a:path w="26818" h="11330" extrusionOk="0">
                    <a:moveTo>
                      <a:pt x="1" y="1"/>
                    </a:moveTo>
                    <a:lnTo>
                      <a:pt x="1" y="11329"/>
                    </a:lnTo>
                    <a:lnTo>
                      <a:pt x="26818" y="11329"/>
                    </a:lnTo>
                    <a:lnTo>
                      <a:pt x="26818" y="10928"/>
                    </a:lnTo>
                    <a:lnTo>
                      <a:pt x="427" y="10928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518;p34">
                <a:extLst>
                  <a:ext uri="{FF2B5EF4-FFF2-40B4-BE49-F238E27FC236}">
                    <a16:creationId xmlns:a16="http://schemas.microsoft.com/office/drawing/2014/main" id="{3D48D38E-D3B8-5630-4C3A-2CF873838B29}"/>
                  </a:ext>
                </a:extLst>
              </p:cNvPr>
              <p:cNvSpPr/>
              <p:nvPr/>
            </p:nvSpPr>
            <p:spPr>
              <a:xfrm>
                <a:off x="3217615" y="3034130"/>
                <a:ext cx="544668" cy="23297"/>
              </a:xfrm>
              <a:custGeom>
                <a:avLst/>
                <a:gdLst/>
                <a:ahLst/>
                <a:cxnLst/>
                <a:rect l="l" t="t" r="r" b="b"/>
                <a:pathLst>
                  <a:path w="7645" h="327" extrusionOk="0">
                    <a:moveTo>
                      <a:pt x="0" y="1"/>
                    </a:moveTo>
                    <a:lnTo>
                      <a:pt x="0" y="327"/>
                    </a:lnTo>
                    <a:lnTo>
                      <a:pt x="7644" y="327"/>
                    </a:lnTo>
                    <a:lnTo>
                      <a:pt x="76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519;p34">
                <a:extLst>
                  <a:ext uri="{FF2B5EF4-FFF2-40B4-BE49-F238E27FC236}">
                    <a16:creationId xmlns:a16="http://schemas.microsoft.com/office/drawing/2014/main" id="{AFB84306-1862-9E31-8933-D600392F146E}"/>
                  </a:ext>
                </a:extLst>
              </p:cNvPr>
              <p:cNvSpPr/>
              <p:nvPr/>
            </p:nvSpPr>
            <p:spPr>
              <a:xfrm>
                <a:off x="3228302" y="3109153"/>
                <a:ext cx="300084" cy="21516"/>
              </a:xfrm>
              <a:custGeom>
                <a:avLst/>
                <a:gdLst/>
                <a:ahLst/>
                <a:cxnLst/>
                <a:rect l="l" t="t" r="r" b="b"/>
                <a:pathLst>
                  <a:path w="4212" h="302" extrusionOk="0">
                    <a:moveTo>
                      <a:pt x="1" y="0"/>
                    </a:moveTo>
                    <a:lnTo>
                      <a:pt x="1" y="301"/>
                    </a:lnTo>
                    <a:lnTo>
                      <a:pt x="4211" y="301"/>
                    </a:lnTo>
                    <a:lnTo>
                      <a:pt x="42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520;p34">
                <a:extLst>
                  <a:ext uri="{FF2B5EF4-FFF2-40B4-BE49-F238E27FC236}">
                    <a16:creationId xmlns:a16="http://schemas.microsoft.com/office/drawing/2014/main" id="{E6483A52-2867-EC82-CE54-E60E501F6806}"/>
                  </a:ext>
                </a:extLst>
              </p:cNvPr>
              <p:cNvSpPr/>
              <p:nvPr/>
            </p:nvSpPr>
            <p:spPr>
              <a:xfrm>
                <a:off x="3547916" y="3321610"/>
                <a:ext cx="150113" cy="150113"/>
              </a:xfrm>
              <a:custGeom>
                <a:avLst/>
                <a:gdLst/>
                <a:ahLst/>
                <a:cxnLst/>
                <a:rect l="l" t="t" r="r" b="b"/>
                <a:pathLst>
                  <a:path w="2107" h="2107" extrusionOk="0">
                    <a:moveTo>
                      <a:pt x="1054" y="427"/>
                    </a:moveTo>
                    <a:cubicBezTo>
                      <a:pt x="1404" y="427"/>
                      <a:pt x="1680" y="703"/>
                      <a:pt x="1680" y="1053"/>
                    </a:cubicBezTo>
                    <a:cubicBezTo>
                      <a:pt x="1680" y="1404"/>
                      <a:pt x="1404" y="1705"/>
                      <a:pt x="1054" y="1705"/>
                    </a:cubicBezTo>
                    <a:cubicBezTo>
                      <a:pt x="703" y="1705"/>
                      <a:pt x="427" y="1404"/>
                      <a:pt x="427" y="1053"/>
                    </a:cubicBezTo>
                    <a:cubicBezTo>
                      <a:pt x="427" y="703"/>
                      <a:pt x="703" y="427"/>
                      <a:pt x="1054" y="427"/>
                    </a:cubicBezTo>
                    <a:close/>
                    <a:moveTo>
                      <a:pt x="1054" y="1"/>
                    </a:moveTo>
                    <a:cubicBezTo>
                      <a:pt x="477" y="1"/>
                      <a:pt x="1" y="477"/>
                      <a:pt x="1" y="1053"/>
                    </a:cubicBezTo>
                    <a:cubicBezTo>
                      <a:pt x="1" y="1630"/>
                      <a:pt x="477" y="2106"/>
                      <a:pt x="1054" y="2106"/>
                    </a:cubicBezTo>
                    <a:cubicBezTo>
                      <a:pt x="1630" y="2106"/>
                      <a:pt x="2106" y="1630"/>
                      <a:pt x="2106" y="1053"/>
                    </a:cubicBezTo>
                    <a:cubicBezTo>
                      <a:pt x="2106" y="477"/>
                      <a:pt x="1630" y="1"/>
                      <a:pt x="10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521;p34">
                <a:extLst>
                  <a:ext uri="{FF2B5EF4-FFF2-40B4-BE49-F238E27FC236}">
                    <a16:creationId xmlns:a16="http://schemas.microsoft.com/office/drawing/2014/main" id="{74731925-A8DD-61E8-1AFE-986F2ED146A7}"/>
                  </a:ext>
                </a:extLst>
              </p:cNvPr>
              <p:cNvSpPr/>
              <p:nvPr/>
            </p:nvSpPr>
            <p:spPr>
              <a:xfrm>
                <a:off x="5846059" y="3373407"/>
                <a:ext cx="109005" cy="110786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555" extrusionOk="0">
                    <a:moveTo>
                      <a:pt x="778" y="1"/>
                    </a:moveTo>
                    <a:cubicBezTo>
                      <a:pt x="352" y="1"/>
                      <a:pt x="1" y="352"/>
                      <a:pt x="1" y="778"/>
                    </a:cubicBezTo>
                    <a:cubicBezTo>
                      <a:pt x="1" y="1204"/>
                      <a:pt x="352" y="1555"/>
                      <a:pt x="778" y="1555"/>
                    </a:cubicBezTo>
                    <a:cubicBezTo>
                      <a:pt x="1179" y="1555"/>
                      <a:pt x="1530" y="1204"/>
                      <a:pt x="1530" y="778"/>
                    </a:cubicBezTo>
                    <a:cubicBezTo>
                      <a:pt x="1530" y="352"/>
                      <a:pt x="1179" y="1"/>
                      <a:pt x="7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522;p34">
                <a:extLst>
                  <a:ext uri="{FF2B5EF4-FFF2-40B4-BE49-F238E27FC236}">
                    <a16:creationId xmlns:a16="http://schemas.microsoft.com/office/drawing/2014/main" id="{B0647C60-982B-26C0-959C-9BA946DDEFFC}"/>
                  </a:ext>
                </a:extLst>
              </p:cNvPr>
              <p:cNvSpPr/>
              <p:nvPr/>
            </p:nvSpPr>
            <p:spPr>
              <a:xfrm>
                <a:off x="3040851" y="3894790"/>
                <a:ext cx="108934" cy="109005"/>
              </a:xfrm>
              <a:custGeom>
                <a:avLst/>
                <a:gdLst/>
                <a:ahLst/>
                <a:cxnLst/>
                <a:rect l="l" t="t" r="r" b="b"/>
                <a:pathLst>
                  <a:path w="1529" h="1530" extrusionOk="0">
                    <a:moveTo>
                      <a:pt x="752" y="1"/>
                    </a:moveTo>
                    <a:cubicBezTo>
                      <a:pt x="326" y="1"/>
                      <a:pt x="0" y="352"/>
                      <a:pt x="0" y="778"/>
                    </a:cubicBezTo>
                    <a:cubicBezTo>
                      <a:pt x="0" y="1204"/>
                      <a:pt x="326" y="1530"/>
                      <a:pt x="752" y="1530"/>
                    </a:cubicBezTo>
                    <a:cubicBezTo>
                      <a:pt x="1178" y="1530"/>
                      <a:pt x="1529" y="1204"/>
                      <a:pt x="1529" y="778"/>
                    </a:cubicBezTo>
                    <a:cubicBezTo>
                      <a:pt x="1529" y="352"/>
                      <a:pt x="1178" y="1"/>
                      <a:pt x="7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523;p34">
                <a:extLst>
                  <a:ext uri="{FF2B5EF4-FFF2-40B4-BE49-F238E27FC236}">
                    <a16:creationId xmlns:a16="http://schemas.microsoft.com/office/drawing/2014/main" id="{3DB630D4-2606-653C-BE24-7424570A2F18}"/>
                  </a:ext>
                </a:extLst>
              </p:cNvPr>
              <p:cNvSpPr/>
              <p:nvPr/>
            </p:nvSpPr>
            <p:spPr>
              <a:xfrm>
                <a:off x="6097846" y="3134160"/>
                <a:ext cx="109005" cy="110786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555" extrusionOk="0">
                    <a:moveTo>
                      <a:pt x="778" y="0"/>
                    </a:moveTo>
                    <a:cubicBezTo>
                      <a:pt x="351" y="0"/>
                      <a:pt x="1" y="351"/>
                      <a:pt x="1" y="777"/>
                    </a:cubicBezTo>
                    <a:cubicBezTo>
                      <a:pt x="1" y="1203"/>
                      <a:pt x="351" y="1554"/>
                      <a:pt x="778" y="1554"/>
                    </a:cubicBezTo>
                    <a:cubicBezTo>
                      <a:pt x="1204" y="1554"/>
                      <a:pt x="1529" y="1203"/>
                      <a:pt x="1529" y="777"/>
                    </a:cubicBezTo>
                    <a:cubicBezTo>
                      <a:pt x="1529" y="351"/>
                      <a:pt x="1204" y="0"/>
                      <a:pt x="7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524;p34">
                <a:extLst>
                  <a:ext uri="{FF2B5EF4-FFF2-40B4-BE49-F238E27FC236}">
                    <a16:creationId xmlns:a16="http://schemas.microsoft.com/office/drawing/2014/main" id="{0AA19CE2-545B-49A1-419A-D5ABD763B60B}"/>
                  </a:ext>
                </a:extLst>
              </p:cNvPr>
              <p:cNvSpPr/>
              <p:nvPr/>
            </p:nvSpPr>
            <p:spPr>
              <a:xfrm>
                <a:off x="3286511" y="3737905"/>
                <a:ext cx="1157874" cy="970927"/>
              </a:xfrm>
              <a:custGeom>
                <a:avLst/>
                <a:gdLst/>
                <a:ahLst/>
                <a:cxnLst/>
                <a:rect l="l" t="t" r="r" b="b"/>
                <a:pathLst>
                  <a:path w="16252" h="13628" extrusionOk="0">
                    <a:moveTo>
                      <a:pt x="7865" y="0"/>
                    </a:moveTo>
                    <a:cubicBezTo>
                      <a:pt x="6457" y="0"/>
                      <a:pt x="5038" y="926"/>
                      <a:pt x="4297" y="2529"/>
                    </a:cubicBezTo>
                    <a:cubicBezTo>
                      <a:pt x="1" y="11932"/>
                      <a:pt x="2995" y="13627"/>
                      <a:pt x="8305" y="13627"/>
                    </a:cubicBezTo>
                    <a:cubicBezTo>
                      <a:pt x="9223" y="13627"/>
                      <a:pt x="10209" y="13576"/>
                      <a:pt x="11239" y="13506"/>
                    </a:cubicBezTo>
                    <a:cubicBezTo>
                      <a:pt x="16251" y="13155"/>
                      <a:pt x="16251" y="8945"/>
                      <a:pt x="14823" y="7391"/>
                    </a:cubicBezTo>
                    <a:cubicBezTo>
                      <a:pt x="13495" y="5962"/>
                      <a:pt x="12317" y="3782"/>
                      <a:pt x="10537" y="1401"/>
                    </a:cubicBezTo>
                    <a:cubicBezTo>
                      <a:pt x="9801" y="440"/>
                      <a:pt x="8835" y="0"/>
                      <a:pt x="78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525;p34">
                <a:extLst>
                  <a:ext uri="{FF2B5EF4-FFF2-40B4-BE49-F238E27FC236}">
                    <a16:creationId xmlns:a16="http://schemas.microsoft.com/office/drawing/2014/main" id="{81C21508-7CC1-8678-7C7F-E67AA7BE08A2}"/>
                  </a:ext>
                </a:extLst>
              </p:cNvPr>
              <p:cNvSpPr/>
              <p:nvPr/>
            </p:nvSpPr>
            <p:spPr>
              <a:xfrm>
                <a:off x="3587244" y="3829742"/>
                <a:ext cx="819674" cy="751136"/>
              </a:xfrm>
              <a:custGeom>
                <a:avLst/>
                <a:gdLst/>
                <a:ahLst/>
                <a:cxnLst/>
                <a:rect l="l" t="t" r="r" b="b"/>
                <a:pathLst>
                  <a:path w="11505" h="10543" extrusionOk="0">
                    <a:moveTo>
                      <a:pt x="3478" y="0"/>
                    </a:moveTo>
                    <a:cubicBezTo>
                      <a:pt x="3032" y="0"/>
                      <a:pt x="2594" y="175"/>
                      <a:pt x="2181" y="588"/>
                    </a:cubicBezTo>
                    <a:cubicBezTo>
                      <a:pt x="2181" y="588"/>
                      <a:pt x="0" y="3069"/>
                      <a:pt x="702" y="7079"/>
                    </a:cubicBezTo>
                    <a:cubicBezTo>
                      <a:pt x="994" y="8750"/>
                      <a:pt x="2175" y="10543"/>
                      <a:pt x="5112" y="10543"/>
                    </a:cubicBezTo>
                    <a:cubicBezTo>
                      <a:pt x="5700" y="10543"/>
                      <a:pt x="6358" y="10471"/>
                      <a:pt x="7093" y="10313"/>
                    </a:cubicBezTo>
                    <a:cubicBezTo>
                      <a:pt x="11504" y="9360"/>
                      <a:pt x="8923" y="5826"/>
                      <a:pt x="8672" y="5350"/>
                    </a:cubicBezTo>
                    <a:cubicBezTo>
                      <a:pt x="8377" y="4824"/>
                      <a:pt x="5819" y="0"/>
                      <a:pt x="34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526;p34">
                <a:extLst>
                  <a:ext uri="{FF2B5EF4-FFF2-40B4-BE49-F238E27FC236}">
                    <a16:creationId xmlns:a16="http://schemas.microsoft.com/office/drawing/2014/main" id="{9515B231-CA03-5F8B-0E59-E5D36C922F52}"/>
                  </a:ext>
                </a:extLst>
              </p:cNvPr>
              <p:cNvSpPr/>
              <p:nvPr/>
            </p:nvSpPr>
            <p:spPr>
              <a:xfrm>
                <a:off x="4062675" y="4415034"/>
                <a:ext cx="247790" cy="367339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5156" extrusionOk="0">
                    <a:moveTo>
                      <a:pt x="650" y="0"/>
                    </a:moveTo>
                    <a:cubicBezTo>
                      <a:pt x="126" y="0"/>
                      <a:pt x="0" y="760"/>
                      <a:pt x="19" y="970"/>
                    </a:cubicBezTo>
                    <a:cubicBezTo>
                      <a:pt x="169" y="2599"/>
                      <a:pt x="2676" y="5105"/>
                      <a:pt x="2676" y="5105"/>
                    </a:cubicBezTo>
                    <a:cubicBezTo>
                      <a:pt x="2676" y="5105"/>
                      <a:pt x="2845" y="5155"/>
                      <a:pt x="3020" y="5155"/>
                    </a:cubicBezTo>
                    <a:cubicBezTo>
                      <a:pt x="3196" y="5155"/>
                      <a:pt x="3378" y="5105"/>
                      <a:pt x="3403" y="4905"/>
                    </a:cubicBezTo>
                    <a:cubicBezTo>
                      <a:pt x="3478" y="4504"/>
                      <a:pt x="2300" y="1095"/>
                      <a:pt x="1272" y="268"/>
                    </a:cubicBezTo>
                    <a:cubicBezTo>
                      <a:pt x="1020" y="76"/>
                      <a:pt x="815" y="0"/>
                      <a:pt x="650" y="0"/>
                    </a:cubicBez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527;p34">
                <a:extLst>
                  <a:ext uri="{FF2B5EF4-FFF2-40B4-BE49-F238E27FC236}">
                    <a16:creationId xmlns:a16="http://schemas.microsoft.com/office/drawing/2014/main" id="{3C500CD3-4730-92A8-0899-4A92FD4560B6}"/>
                  </a:ext>
                </a:extLst>
              </p:cNvPr>
              <p:cNvSpPr/>
              <p:nvPr/>
            </p:nvSpPr>
            <p:spPr>
              <a:xfrm>
                <a:off x="4257678" y="4284581"/>
                <a:ext cx="252777" cy="351523"/>
              </a:xfrm>
              <a:custGeom>
                <a:avLst/>
                <a:gdLst/>
                <a:ahLst/>
                <a:cxnLst/>
                <a:rect l="l" t="t" r="r" b="b"/>
                <a:pathLst>
                  <a:path w="3548" h="4934" extrusionOk="0">
                    <a:moveTo>
                      <a:pt x="595" y="0"/>
                    </a:moveTo>
                    <a:cubicBezTo>
                      <a:pt x="80" y="0"/>
                      <a:pt x="1" y="754"/>
                      <a:pt x="39" y="946"/>
                    </a:cubicBezTo>
                    <a:cubicBezTo>
                      <a:pt x="290" y="2550"/>
                      <a:pt x="2821" y="4906"/>
                      <a:pt x="2821" y="4906"/>
                    </a:cubicBezTo>
                    <a:cubicBezTo>
                      <a:pt x="2821" y="4906"/>
                      <a:pt x="2941" y="4934"/>
                      <a:pt x="3079" y="4934"/>
                    </a:cubicBezTo>
                    <a:cubicBezTo>
                      <a:pt x="3264" y="4934"/>
                      <a:pt x="3483" y="4885"/>
                      <a:pt x="3498" y="4655"/>
                    </a:cubicBezTo>
                    <a:cubicBezTo>
                      <a:pt x="3548" y="4279"/>
                      <a:pt x="2219" y="996"/>
                      <a:pt x="1192" y="244"/>
                    </a:cubicBezTo>
                    <a:cubicBezTo>
                      <a:pt x="947" y="69"/>
                      <a:pt x="751" y="0"/>
                      <a:pt x="595" y="0"/>
                    </a:cubicBez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528;p34">
                <a:extLst>
                  <a:ext uri="{FF2B5EF4-FFF2-40B4-BE49-F238E27FC236}">
                    <a16:creationId xmlns:a16="http://schemas.microsoft.com/office/drawing/2014/main" id="{356F0440-6BB6-06F1-0844-4F7CE38CE1C5}"/>
                  </a:ext>
                </a:extLst>
              </p:cNvPr>
              <p:cNvSpPr/>
              <p:nvPr/>
            </p:nvSpPr>
            <p:spPr>
              <a:xfrm>
                <a:off x="4451470" y="4601130"/>
                <a:ext cx="134938" cy="59276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832" extrusionOk="0">
                    <a:moveTo>
                      <a:pt x="1335" y="0"/>
                    </a:moveTo>
                    <a:cubicBezTo>
                      <a:pt x="1074" y="0"/>
                      <a:pt x="829" y="152"/>
                      <a:pt x="715" y="152"/>
                    </a:cubicBezTo>
                    <a:cubicBezTo>
                      <a:pt x="684" y="152"/>
                      <a:pt x="662" y="141"/>
                      <a:pt x="652" y="112"/>
                    </a:cubicBezTo>
                    <a:cubicBezTo>
                      <a:pt x="642" y="94"/>
                      <a:pt x="621" y="87"/>
                      <a:pt x="593" y="87"/>
                    </a:cubicBezTo>
                    <a:cubicBezTo>
                      <a:pt x="424" y="87"/>
                      <a:pt x="1" y="363"/>
                      <a:pt x="1" y="363"/>
                    </a:cubicBezTo>
                    <a:cubicBezTo>
                      <a:pt x="1" y="363"/>
                      <a:pt x="276" y="689"/>
                      <a:pt x="527" y="814"/>
                    </a:cubicBezTo>
                    <a:cubicBezTo>
                      <a:pt x="549" y="826"/>
                      <a:pt x="576" y="831"/>
                      <a:pt x="607" y="831"/>
                    </a:cubicBezTo>
                    <a:cubicBezTo>
                      <a:pt x="970" y="831"/>
                      <a:pt x="1893" y="81"/>
                      <a:pt x="1454" y="12"/>
                    </a:cubicBezTo>
                    <a:cubicBezTo>
                      <a:pt x="1414" y="4"/>
                      <a:pt x="1375" y="0"/>
                      <a:pt x="1335" y="0"/>
                    </a:cubicBez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529;p34">
                <a:extLst>
                  <a:ext uri="{FF2B5EF4-FFF2-40B4-BE49-F238E27FC236}">
                    <a16:creationId xmlns:a16="http://schemas.microsoft.com/office/drawing/2014/main" id="{21D9123A-57DB-8FAD-6329-07F05E8B9B08}"/>
                  </a:ext>
                </a:extLst>
              </p:cNvPr>
              <p:cNvSpPr/>
              <p:nvPr/>
            </p:nvSpPr>
            <p:spPr>
              <a:xfrm>
                <a:off x="3855062" y="4174220"/>
                <a:ext cx="510755" cy="241236"/>
              </a:xfrm>
              <a:custGeom>
                <a:avLst/>
                <a:gdLst/>
                <a:ahLst/>
                <a:cxnLst/>
                <a:rect l="l" t="t" r="r" b="b"/>
                <a:pathLst>
                  <a:path w="7169" h="3386" extrusionOk="0">
                    <a:moveTo>
                      <a:pt x="1464" y="1"/>
                    </a:moveTo>
                    <a:cubicBezTo>
                      <a:pt x="1391" y="1"/>
                      <a:pt x="1328" y="5"/>
                      <a:pt x="1279" y="14"/>
                    </a:cubicBezTo>
                    <a:cubicBezTo>
                      <a:pt x="126" y="214"/>
                      <a:pt x="1" y="2119"/>
                      <a:pt x="903" y="2545"/>
                    </a:cubicBezTo>
                    <a:cubicBezTo>
                      <a:pt x="1635" y="2891"/>
                      <a:pt x="3523" y="3385"/>
                      <a:pt x="4998" y="3385"/>
                    </a:cubicBezTo>
                    <a:cubicBezTo>
                      <a:pt x="5341" y="3385"/>
                      <a:pt x="5662" y="3359"/>
                      <a:pt x="5941" y="3297"/>
                    </a:cubicBezTo>
                    <a:cubicBezTo>
                      <a:pt x="6642" y="3147"/>
                      <a:pt x="7169" y="2370"/>
                      <a:pt x="7018" y="2044"/>
                    </a:cubicBezTo>
                    <a:cubicBezTo>
                      <a:pt x="6618" y="1078"/>
                      <a:pt x="2627" y="1"/>
                      <a:pt x="14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530;p34">
                <a:extLst>
                  <a:ext uri="{FF2B5EF4-FFF2-40B4-BE49-F238E27FC236}">
                    <a16:creationId xmlns:a16="http://schemas.microsoft.com/office/drawing/2014/main" id="{A3502CB0-BD24-67E0-E26B-60258C43A5A8}"/>
                  </a:ext>
                </a:extLst>
              </p:cNvPr>
              <p:cNvSpPr/>
              <p:nvPr/>
            </p:nvSpPr>
            <p:spPr>
              <a:xfrm>
                <a:off x="3703306" y="4232286"/>
                <a:ext cx="489311" cy="295524"/>
              </a:xfrm>
              <a:custGeom>
                <a:avLst/>
                <a:gdLst/>
                <a:ahLst/>
                <a:cxnLst/>
                <a:rect l="l" t="t" r="r" b="b"/>
                <a:pathLst>
                  <a:path w="6868" h="4148" extrusionOk="0">
                    <a:moveTo>
                      <a:pt x="978" y="1"/>
                    </a:moveTo>
                    <a:cubicBezTo>
                      <a:pt x="0" y="327"/>
                      <a:pt x="0" y="2006"/>
                      <a:pt x="978" y="2758"/>
                    </a:cubicBezTo>
                    <a:cubicBezTo>
                      <a:pt x="1454" y="3134"/>
                      <a:pt x="3158" y="3961"/>
                      <a:pt x="4787" y="4136"/>
                    </a:cubicBezTo>
                    <a:cubicBezTo>
                      <a:pt x="4866" y="4144"/>
                      <a:pt x="4945" y="4148"/>
                      <a:pt x="5022" y="4148"/>
                    </a:cubicBezTo>
                    <a:cubicBezTo>
                      <a:pt x="5702" y="4148"/>
                      <a:pt x="6287" y="3855"/>
                      <a:pt x="6467" y="3359"/>
                    </a:cubicBezTo>
                    <a:cubicBezTo>
                      <a:pt x="6868" y="2181"/>
                      <a:pt x="978" y="1"/>
                      <a:pt x="97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531;p34">
                <a:extLst>
                  <a:ext uri="{FF2B5EF4-FFF2-40B4-BE49-F238E27FC236}">
                    <a16:creationId xmlns:a16="http://schemas.microsoft.com/office/drawing/2014/main" id="{AEC9A00C-E2B9-6CB4-35D7-03A4815F4C57}"/>
                  </a:ext>
                </a:extLst>
              </p:cNvPr>
              <p:cNvSpPr/>
              <p:nvPr/>
            </p:nvSpPr>
            <p:spPr>
              <a:xfrm>
                <a:off x="3665830" y="3702638"/>
                <a:ext cx="323524" cy="324948"/>
              </a:xfrm>
              <a:custGeom>
                <a:avLst/>
                <a:gdLst/>
                <a:ahLst/>
                <a:cxnLst/>
                <a:rect l="l" t="t" r="r" b="b"/>
                <a:pathLst>
                  <a:path w="4541" h="4561" extrusionOk="0">
                    <a:moveTo>
                      <a:pt x="2064" y="1"/>
                    </a:moveTo>
                    <a:cubicBezTo>
                      <a:pt x="1452" y="1"/>
                      <a:pt x="774" y="352"/>
                      <a:pt x="526" y="1420"/>
                    </a:cubicBezTo>
                    <a:cubicBezTo>
                      <a:pt x="0" y="3625"/>
                      <a:pt x="1078" y="4427"/>
                      <a:pt x="2632" y="4553"/>
                    </a:cubicBezTo>
                    <a:cubicBezTo>
                      <a:pt x="2698" y="4558"/>
                      <a:pt x="2762" y="4560"/>
                      <a:pt x="2824" y="4560"/>
                    </a:cubicBezTo>
                    <a:cubicBezTo>
                      <a:pt x="4239" y="4560"/>
                      <a:pt x="4541" y="3240"/>
                      <a:pt x="4060" y="3024"/>
                    </a:cubicBezTo>
                    <a:cubicBezTo>
                      <a:pt x="2607" y="2297"/>
                      <a:pt x="3559" y="818"/>
                      <a:pt x="3008" y="317"/>
                    </a:cubicBezTo>
                    <a:cubicBezTo>
                      <a:pt x="2797" y="135"/>
                      <a:pt x="2443" y="1"/>
                      <a:pt x="2064" y="1"/>
                    </a:cubicBezTo>
                    <a:close/>
                  </a:path>
                </a:pathLst>
              </a:custGeom>
              <a:solidFill>
                <a:srgbClr val="171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532;p34">
                <a:extLst>
                  <a:ext uri="{FF2B5EF4-FFF2-40B4-BE49-F238E27FC236}">
                    <a16:creationId xmlns:a16="http://schemas.microsoft.com/office/drawing/2014/main" id="{9E9F030C-4F07-09E5-BA49-A9B106823DB7}"/>
                  </a:ext>
                </a:extLst>
              </p:cNvPr>
              <p:cNvSpPr/>
              <p:nvPr/>
            </p:nvSpPr>
            <p:spPr>
              <a:xfrm>
                <a:off x="3826492" y="3883890"/>
                <a:ext cx="407165" cy="344826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4840" extrusionOk="0">
                    <a:moveTo>
                      <a:pt x="1182" y="1"/>
                    </a:moveTo>
                    <a:cubicBezTo>
                      <a:pt x="1162" y="1"/>
                      <a:pt x="1144" y="2"/>
                      <a:pt x="1129" y="4"/>
                    </a:cubicBezTo>
                    <a:cubicBezTo>
                      <a:pt x="1" y="129"/>
                      <a:pt x="652" y="3688"/>
                      <a:pt x="2031" y="4590"/>
                    </a:cubicBezTo>
                    <a:cubicBezTo>
                      <a:pt x="2306" y="4771"/>
                      <a:pt x="2622" y="4839"/>
                      <a:pt x="2945" y="4839"/>
                    </a:cubicBezTo>
                    <a:cubicBezTo>
                      <a:pt x="3826" y="4839"/>
                      <a:pt x="4750" y="4331"/>
                      <a:pt x="4988" y="4239"/>
                    </a:cubicBezTo>
                    <a:cubicBezTo>
                      <a:pt x="5689" y="3949"/>
                      <a:pt x="5714" y="3636"/>
                      <a:pt x="5468" y="3636"/>
                    </a:cubicBezTo>
                    <a:cubicBezTo>
                      <a:pt x="5459" y="3636"/>
                      <a:pt x="5449" y="3637"/>
                      <a:pt x="5439" y="3638"/>
                    </a:cubicBezTo>
                    <a:cubicBezTo>
                      <a:pt x="5164" y="3638"/>
                      <a:pt x="5013" y="3888"/>
                      <a:pt x="4562" y="3964"/>
                    </a:cubicBezTo>
                    <a:cubicBezTo>
                      <a:pt x="4373" y="3993"/>
                      <a:pt x="4155" y="4039"/>
                      <a:pt x="3914" y="4039"/>
                    </a:cubicBezTo>
                    <a:cubicBezTo>
                      <a:pt x="3551" y="4039"/>
                      <a:pt x="3135" y="3935"/>
                      <a:pt x="2682" y="3512"/>
                    </a:cubicBezTo>
                    <a:cubicBezTo>
                      <a:pt x="1956" y="2811"/>
                      <a:pt x="2256" y="1332"/>
                      <a:pt x="2056" y="630"/>
                    </a:cubicBezTo>
                    <a:cubicBezTo>
                      <a:pt x="1917" y="145"/>
                      <a:pt x="1417" y="1"/>
                      <a:pt x="1182" y="1"/>
                    </a:cubicBez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533;p34">
                <a:extLst>
                  <a:ext uri="{FF2B5EF4-FFF2-40B4-BE49-F238E27FC236}">
                    <a16:creationId xmlns:a16="http://schemas.microsoft.com/office/drawing/2014/main" id="{A6E221CF-BC98-E6A4-303B-691CABFF6FE4}"/>
                  </a:ext>
                </a:extLst>
              </p:cNvPr>
              <p:cNvSpPr/>
              <p:nvPr/>
            </p:nvSpPr>
            <p:spPr>
              <a:xfrm>
                <a:off x="3721189" y="3766261"/>
                <a:ext cx="226844" cy="198275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2783" extrusionOk="0">
                    <a:moveTo>
                      <a:pt x="2180" y="0"/>
                    </a:moveTo>
                    <a:lnTo>
                      <a:pt x="1028" y="552"/>
                    </a:lnTo>
                    <a:lnTo>
                      <a:pt x="0" y="2782"/>
                    </a:lnTo>
                    <a:cubicBezTo>
                      <a:pt x="0" y="2782"/>
                      <a:pt x="3183" y="2407"/>
                      <a:pt x="2882" y="2031"/>
                    </a:cubicBezTo>
                    <a:cubicBezTo>
                      <a:pt x="2105" y="1053"/>
                      <a:pt x="2180" y="1"/>
                      <a:pt x="2180" y="0"/>
                    </a:cubicBezTo>
                    <a:close/>
                  </a:path>
                </a:pathLst>
              </a:custGeom>
              <a:solidFill>
                <a:srgbClr val="171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534;p34">
                <a:extLst>
                  <a:ext uri="{FF2B5EF4-FFF2-40B4-BE49-F238E27FC236}">
                    <a16:creationId xmlns:a16="http://schemas.microsoft.com/office/drawing/2014/main" id="{291612D6-44A0-0DA8-6B32-699CF27C1939}"/>
                  </a:ext>
                </a:extLst>
              </p:cNvPr>
              <p:cNvSpPr/>
              <p:nvPr/>
            </p:nvSpPr>
            <p:spPr>
              <a:xfrm>
                <a:off x="3619377" y="3872846"/>
                <a:ext cx="360785" cy="392275"/>
              </a:xfrm>
              <a:custGeom>
                <a:avLst/>
                <a:gdLst/>
                <a:ahLst/>
                <a:cxnLst/>
                <a:rect l="l" t="t" r="r" b="b"/>
                <a:pathLst>
                  <a:path w="5064" h="5506" extrusionOk="0">
                    <a:moveTo>
                      <a:pt x="1125" y="5308"/>
                    </a:moveTo>
                    <a:lnTo>
                      <a:pt x="1125" y="5308"/>
                    </a:lnTo>
                    <a:cubicBezTo>
                      <a:pt x="1121" y="5308"/>
                      <a:pt x="1078" y="5410"/>
                      <a:pt x="1082" y="5410"/>
                    </a:cubicBezTo>
                    <a:cubicBezTo>
                      <a:pt x="1083" y="5410"/>
                      <a:pt x="1089" y="5400"/>
                      <a:pt x="1103" y="5372"/>
                    </a:cubicBezTo>
                    <a:cubicBezTo>
                      <a:pt x="1121" y="5325"/>
                      <a:pt x="1126" y="5308"/>
                      <a:pt x="1125" y="5308"/>
                    </a:cubicBezTo>
                    <a:close/>
                    <a:moveTo>
                      <a:pt x="3490" y="1"/>
                    </a:moveTo>
                    <a:cubicBezTo>
                      <a:pt x="2993" y="1"/>
                      <a:pt x="2440" y="119"/>
                      <a:pt x="1955" y="284"/>
                    </a:cubicBezTo>
                    <a:cubicBezTo>
                      <a:pt x="1203" y="535"/>
                      <a:pt x="0" y="986"/>
                      <a:pt x="828" y="2540"/>
                    </a:cubicBezTo>
                    <a:cubicBezTo>
                      <a:pt x="1404" y="3592"/>
                      <a:pt x="1730" y="4169"/>
                      <a:pt x="1103" y="5372"/>
                    </a:cubicBezTo>
                    <a:cubicBezTo>
                      <a:pt x="1341" y="5471"/>
                      <a:pt x="1547" y="5505"/>
                      <a:pt x="1746" y="5505"/>
                    </a:cubicBezTo>
                    <a:cubicBezTo>
                      <a:pt x="2177" y="5505"/>
                      <a:pt x="2568" y="5345"/>
                      <a:pt x="3146" y="5345"/>
                    </a:cubicBezTo>
                    <a:cubicBezTo>
                      <a:pt x="3175" y="5345"/>
                      <a:pt x="3204" y="5346"/>
                      <a:pt x="3234" y="5347"/>
                    </a:cubicBezTo>
                    <a:cubicBezTo>
                      <a:pt x="3885" y="5347"/>
                      <a:pt x="4336" y="5121"/>
                      <a:pt x="4938" y="4971"/>
                    </a:cubicBezTo>
                    <a:cubicBezTo>
                      <a:pt x="4860" y="4678"/>
                      <a:pt x="4806" y="4583"/>
                      <a:pt x="4769" y="4583"/>
                    </a:cubicBezTo>
                    <a:cubicBezTo>
                      <a:pt x="4701" y="4583"/>
                      <a:pt x="4688" y="4898"/>
                      <a:pt x="4687" y="4898"/>
                    </a:cubicBezTo>
                    <a:cubicBezTo>
                      <a:pt x="4687" y="4898"/>
                      <a:pt x="4687" y="4897"/>
                      <a:pt x="4687" y="4895"/>
                    </a:cubicBezTo>
                    <a:cubicBezTo>
                      <a:pt x="4136" y="3367"/>
                      <a:pt x="5063" y="1938"/>
                      <a:pt x="4913" y="936"/>
                    </a:cubicBezTo>
                    <a:cubicBezTo>
                      <a:pt x="4795" y="242"/>
                      <a:pt x="4200" y="1"/>
                      <a:pt x="3490" y="1"/>
                    </a:cubicBez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535;p34">
                <a:extLst>
                  <a:ext uri="{FF2B5EF4-FFF2-40B4-BE49-F238E27FC236}">
                    <a16:creationId xmlns:a16="http://schemas.microsoft.com/office/drawing/2014/main" id="{A86ED792-691A-AC5F-C282-65DB28222C7F}"/>
                  </a:ext>
                </a:extLst>
              </p:cNvPr>
              <p:cNvSpPr/>
              <p:nvPr/>
            </p:nvSpPr>
            <p:spPr>
              <a:xfrm>
                <a:off x="3688985" y="3873416"/>
                <a:ext cx="333997" cy="407450"/>
              </a:xfrm>
              <a:custGeom>
                <a:avLst/>
                <a:gdLst/>
                <a:ahLst/>
                <a:cxnLst/>
                <a:rect l="l" t="t" r="r" b="b"/>
                <a:pathLst>
                  <a:path w="4688" h="5719" extrusionOk="0">
                    <a:moveTo>
                      <a:pt x="2482" y="0"/>
                    </a:moveTo>
                    <a:lnTo>
                      <a:pt x="2482" y="0"/>
                    </a:lnTo>
                    <a:cubicBezTo>
                      <a:pt x="3660" y="1354"/>
                      <a:pt x="3409" y="1880"/>
                      <a:pt x="3034" y="1955"/>
                    </a:cubicBezTo>
                    <a:cubicBezTo>
                      <a:pt x="2947" y="1974"/>
                      <a:pt x="2862" y="1982"/>
                      <a:pt x="2780" y="1982"/>
                    </a:cubicBezTo>
                    <a:cubicBezTo>
                      <a:pt x="1627" y="1982"/>
                      <a:pt x="928" y="301"/>
                      <a:pt x="928" y="301"/>
                    </a:cubicBezTo>
                    <a:lnTo>
                      <a:pt x="502" y="451"/>
                    </a:lnTo>
                    <a:cubicBezTo>
                      <a:pt x="502" y="451"/>
                      <a:pt x="1229" y="1028"/>
                      <a:pt x="1279" y="2206"/>
                    </a:cubicBezTo>
                    <a:cubicBezTo>
                      <a:pt x="1339" y="3353"/>
                      <a:pt x="657" y="3466"/>
                      <a:pt x="385" y="3466"/>
                    </a:cubicBezTo>
                    <a:cubicBezTo>
                      <a:pt x="319" y="3466"/>
                      <a:pt x="277" y="3459"/>
                      <a:pt x="277" y="3459"/>
                    </a:cubicBezTo>
                    <a:lnTo>
                      <a:pt x="277" y="3459"/>
                    </a:lnTo>
                    <a:cubicBezTo>
                      <a:pt x="352" y="3935"/>
                      <a:pt x="577" y="4035"/>
                      <a:pt x="302" y="4862"/>
                    </a:cubicBezTo>
                    <a:lnTo>
                      <a:pt x="1" y="5439"/>
                    </a:lnTo>
                    <a:cubicBezTo>
                      <a:pt x="450" y="5626"/>
                      <a:pt x="1188" y="5719"/>
                      <a:pt x="1938" y="5719"/>
                    </a:cubicBezTo>
                    <a:cubicBezTo>
                      <a:pt x="3200" y="5719"/>
                      <a:pt x="4496" y="5456"/>
                      <a:pt x="4512" y="4938"/>
                    </a:cubicBezTo>
                    <a:cubicBezTo>
                      <a:pt x="4237" y="4612"/>
                      <a:pt x="3660" y="3760"/>
                      <a:pt x="3961" y="3208"/>
                    </a:cubicBezTo>
                    <a:cubicBezTo>
                      <a:pt x="4688" y="1905"/>
                      <a:pt x="2933" y="25"/>
                      <a:pt x="2933" y="25"/>
                    </a:cubicBezTo>
                    <a:lnTo>
                      <a:pt x="248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536;p34">
                <a:extLst>
                  <a:ext uri="{FF2B5EF4-FFF2-40B4-BE49-F238E27FC236}">
                    <a16:creationId xmlns:a16="http://schemas.microsoft.com/office/drawing/2014/main" id="{9A310A9C-404C-6DFE-6AE2-F7576DE340DB}"/>
                  </a:ext>
                </a:extLst>
              </p:cNvPr>
              <p:cNvSpPr/>
              <p:nvPr/>
            </p:nvSpPr>
            <p:spPr>
              <a:xfrm>
                <a:off x="3778614" y="3805518"/>
                <a:ext cx="87275" cy="122043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713" extrusionOk="0">
                    <a:moveTo>
                      <a:pt x="222" y="1"/>
                    </a:moveTo>
                    <a:cubicBezTo>
                      <a:pt x="222" y="1"/>
                      <a:pt x="397" y="753"/>
                      <a:pt x="121" y="1104"/>
                    </a:cubicBezTo>
                    <a:cubicBezTo>
                      <a:pt x="0" y="1286"/>
                      <a:pt x="793" y="1712"/>
                      <a:pt x="1090" y="1712"/>
                    </a:cubicBezTo>
                    <a:cubicBezTo>
                      <a:pt x="1161" y="1712"/>
                      <a:pt x="1204" y="1688"/>
                      <a:pt x="1199" y="1630"/>
                    </a:cubicBezTo>
                    <a:cubicBezTo>
                      <a:pt x="1174" y="1229"/>
                      <a:pt x="948" y="978"/>
                      <a:pt x="1224" y="552"/>
                    </a:cubicBezTo>
                    <a:lnTo>
                      <a:pt x="222" y="1"/>
                    </a:ln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537;p34">
                <a:extLst>
                  <a:ext uri="{FF2B5EF4-FFF2-40B4-BE49-F238E27FC236}">
                    <a16:creationId xmlns:a16="http://schemas.microsoft.com/office/drawing/2014/main" id="{9F48E295-8643-FCF2-4E05-577E0493185E}"/>
                  </a:ext>
                </a:extLst>
              </p:cNvPr>
              <p:cNvSpPr/>
              <p:nvPr/>
            </p:nvSpPr>
            <p:spPr>
              <a:xfrm>
                <a:off x="3765789" y="3713966"/>
                <a:ext cx="135793" cy="167355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2349" extrusionOk="0">
                    <a:moveTo>
                      <a:pt x="885" y="1"/>
                    </a:moveTo>
                    <a:cubicBezTo>
                      <a:pt x="631" y="1"/>
                      <a:pt x="398" y="188"/>
                      <a:pt x="301" y="333"/>
                    </a:cubicBezTo>
                    <a:cubicBezTo>
                      <a:pt x="1" y="785"/>
                      <a:pt x="176" y="1286"/>
                      <a:pt x="326" y="1562"/>
                    </a:cubicBezTo>
                    <a:cubicBezTo>
                      <a:pt x="633" y="2113"/>
                      <a:pt x="1123" y="2349"/>
                      <a:pt x="1375" y="2349"/>
                    </a:cubicBezTo>
                    <a:cubicBezTo>
                      <a:pt x="1432" y="2349"/>
                      <a:pt x="1477" y="2337"/>
                      <a:pt x="1504" y="2313"/>
                    </a:cubicBezTo>
                    <a:cubicBezTo>
                      <a:pt x="1905" y="2013"/>
                      <a:pt x="1630" y="559"/>
                      <a:pt x="1304" y="208"/>
                    </a:cubicBezTo>
                    <a:cubicBezTo>
                      <a:pt x="1171" y="57"/>
                      <a:pt x="1025" y="1"/>
                      <a:pt x="885" y="1"/>
                    </a:cubicBez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538;p34">
                <a:extLst>
                  <a:ext uri="{FF2B5EF4-FFF2-40B4-BE49-F238E27FC236}">
                    <a16:creationId xmlns:a16="http://schemas.microsoft.com/office/drawing/2014/main" id="{2CA916A2-6389-E4B5-761C-A2291A1F24C5}"/>
                  </a:ext>
                </a:extLst>
              </p:cNvPr>
              <p:cNvSpPr/>
              <p:nvPr/>
            </p:nvSpPr>
            <p:spPr>
              <a:xfrm>
                <a:off x="3746125" y="3707910"/>
                <a:ext cx="132159" cy="136434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915" extrusionOk="0">
                    <a:moveTo>
                      <a:pt x="1122" y="0"/>
                    </a:moveTo>
                    <a:cubicBezTo>
                      <a:pt x="831" y="0"/>
                      <a:pt x="522" y="137"/>
                      <a:pt x="352" y="444"/>
                    </a:cubicBezTo>
                    <a:cubicBezTo>
                      <a:pt x="1" y="1120"/>
                      <a:pt x="176" y="1446"/>
                      <a:pt x="201" y="1521"/>
                    </a:cubicBezTo>
                    <a:cubicBezTo>
                      <a:pt x="237" y="1575"/>
                      <a:pt x="546" y="1914"/>
                      <a:pt x="651" y="1914"/>
                    </a:cubicBezTo>
                    <a:cubicBezTo>
                      <a:pt x="692" y="1914"/>
                      <a:pt x="702" y="1863"/>
                      <a:pt x="653" y="1722"/>
                    </a:cubicBezTo>
                    <a:cubicBezTo>
                      <a:pt x="577" y="1471"/>
                      <a:pt x="690" y="1459"/>
                      <a:pt x="806" y="1459"/>
                    </a:cubicBezTo>
                    <a:cubicBezTo>
                      <a:pt x="819" y="1459"/>
                      <a:pt x="832" y="1459"/>
                      <a:pt x="845" y="1459"/>
                    </a:cubicBezTo>
                    <a:cubicBezTo>
                      <a:pt x="946" y="1459"/>
                      <a:pt x="1034" y="1449"/>
                      <a:pt x="978" y="1271"/>
                    </a:cubicBezTo>
                    <a:cubicBezTo>
                      <a:pt x="932" y="1133"/>
                      <a:pt x="887" y="785"/>
                      <a:pt x="1283" y="785"/>
                    </a:cubicBezTo>
                    <a:cubicBezTo>
                      <a:pt x="1320" y="785"/>
                      <a:pt x="1360" y="788"/>
                      <a:pt x="1404" y="794"/>
                    </a:cubicBezTo>
                    <a:cubicBezTo>
                      <a:pt x="1504" y="811"/>
                      <a:pt x="1582" y="819"/>
                      <a:pt x="1642" y="819"/>
                    </a:cubicBezTo>
                    <a:cubicBezTo>
                      <a:pt x="1854" y="819"/>
                      <a:pt x="1850" y="719"/>
                      <a:pt x="1830" y="544"/>
                    </a:cubicBezTo>
                    <a:cubicBezTo>
                      <a:pt x="1803" y="201"/>
                      <a:pt x="1475" y="0"/>
                      <a:pt x="1122" y="0"/>
                    </a:cubicBezTo>
                    <a:close/>
                  </a:path>
                </a:pathLst>
              </a:custGeom>
              <a:solidFill>
                <a:srgbClr val="171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539;p34">
                <a:extLst>
                  <a:ext uri="{FF2B5EF4-FFF2-40B4-BE49-F238E27FC236}">
                    <a16:creationId xmlns:a16="http://schemas.microsoft.com/office/drawing/2014/main" id="{30596B3E-62B1-2423-BC96-6F1F8569B651}"/>
                  </a:ext>
                </a:extLst>
              </p:cNvPr>
              <p:cNvSpPr/>
              <p:nvPr/>
            </p:nvSpPr>
            <p:spPr>
              <a:xfrm>
                <a:off x="3662196" y="4119788"/>
                <a:ext cx="239383" cy="165075"/>
              </a:xfrm>
              <a:custGeom>
                <a:avLst/>
                <a:gdLst/>
                <a:ahLst/>
                <a:cxnLst/>
                <a:rect l="l" t="t" r="r" b="b"/>
                <a:pathLst>
                  <a:path w="3360" h="2317" extrusionOk="0">
                    <a:moveTo>
                      <a:pt x="878" y="1"/>
                    </a:moveTo>
                    <a:cubicBezTo>
                      <a:pt x="878" y="1"/>
                      <a:pt x="1" y="1003"/>
                      <a:pt x="753" y="1805"/>
                    </a:cubicBezTo>
                    <a:cubicBezTo>
                      <a:pt x="1123" y="2213"/>
                      <a:pt x="1761" y="2316"/>
                      <a:pt x="2313" y="2316"/>
                    </a:cubicBezTo>
                    <a:cubicBezTo>
                      <a:pt x="2882" y="2316"/>
                      <a:pt x="3359" y="2206"/>
                      <a:pt x="3359" y="2206"/>
                    </a:cubicBezTo>
                    <a:cubicBezTo>
                      <a:pt x="1204" y="2056"/>
                      <a:pt x="878" y="1"/>
                      <a:pt x="878" y="1"/>
                    </a:cubicBezTo>
                    <a:close/>
                  </a:path>
                </a:pathLst>
              </a:custGeom>
              <a:solidFill>
                <a:srgbClr val="171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540;p34">
                <a:extLst>
                  <a:ext uri="{FF2B5EF4-FFF2-40B4-BE49-F238E27FC236}">
                    <a16:creationId xmlns:a16="http://schemas.microsoft.com/office/drawing/2014/main" id="{F1C38DF2-F185-ADD8-81FE-1A91D60246D5}"/>
                  </a:ext>
                </a:extLst>
              </p:cNvPr>
              <p:cNvSpPr/>
              <p:nvPr/>
            </p:nvSpPr>
            <p:spPr>
              <a:xfrm>
                <a:off x="3860405" y="4191248"/>
                <a:ext cx="239383" cy="169706"/>
              </a:xfrm>
              <a:custGeom>
                <a:avLst/>
                <a:gdLst/>
                <a:ahLst/>
                <a:cxnLst/>
                <a:rect l="l" t="t" r="r" b="b"/>
                <a:pathLst>
                  <a:path w="3360" h="2382" extrusionOk="0">
                    <a:moveTo>
                      <a:pt x="3359" y="0"/>
                    </a:moveTo>
                    <a:lnTo>
                      <a:pt x="1" y="1228"/>
                    </a:lnTo>
                    <a:lnTo>
                      <a:pt x="1780" y="2381"/>
                    </a:lnTo>
                    <a:lnTo>
                      <a:pt x="335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541;p34">
                <a:extLst>
                  <a:ext uri="{FF2B5EF4-FFF2-40B4-BE49-F238E27FC236}">
                    <a16:creationId xmlns:a16="http://schemas.microsoft.com/office/drawing/2014/main" id="{EC719CEB-0307-F045-B565-05A960EA1C54}"/>
                  </a:ext>
                </a:extLst>
              </p:cNvPr>
              <p:cNvSpPr/>
              <p:nvPr/>
            </p:nvSpPr>
            <p:spPr>
              <a:xfrm>
                <a:off x="3987225" y="4132327"/>
                <a:ext cx="301794" cy="228625"/>
              </a:xfrm>
              <a:custGeom>
                <a:avLst/>
                <a:gdLst/>
                <a:ahLst/>
                <a:cxnLst/>
                <a:rect l="l" t="t" r="r" b="b"/>
                <a:pathLst>
                  <a:path w="4236" h="3209" extrusionOk="0">
                    <a:moveTo>
                      <a:pt x="4236" y="0"/>
                    </a:moveTo>
                    <a:lnTo>
                      <a:pt x="1178" y="752"/>
                    </a:lnTo>
                    <a:lnTo>
                      <a:pt x="0" y="3208"/>
                    </a:lnTo>
                    <a:lnTo>
                      <a:pt x="0" y="3208"/>
                    </a:lnTo>
                    <a:lnTo>
                      <a:pt x="3183" y="2281"/>
                    </a:lnTo>
                    <a:lnTo>
                      <a:pt x="423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42;p34">
                <a:extLst>
                  <a:ext uri="{FF2B5EF4-FFF2-40B4-BE49-F238E27FC236}">
                    <a16:creationId xmlns:a16="http://schemas.microsoft.com/office/drawing/2014/main" id="{253A49A3-52A9-A7A4-1E74-4632EB3C4360}"/>
                  </a:ext>
                </a:extLst>
              </p:cNvPr>
              <p:cNvSpPr/>
              <p:nvPr/>
            </p:nvSpPr>
            <p:spPr>
              <a:xfrm>
                <a:off x="3599713" y="3935686"/>
                <a:ext cx="366128" cy="381303"/>
              </a:xfrm>
              <a:custGeom>
                <a:avLst/>
                <a:gdLst/>
                <a:ahLst/>
                <a:cxnLst/>
                <a:rect l="l" t="t" r="r" b="b"/>
                <a:pathLst>
                  <a:path w="5139" h="5352" extrusionOk="0">
                    <a:moveTo>
                      <a:pt x="1320" y="1"/>
                    </a:moveTo>
                    <a:cubicBezTo>
                      <a:pt x="1294" y="1"/>
                      <a:pt x="1279" y="3"/>
                      <a:pt x="1279" y="3"/>
                    </a:cubicBezTo>
                    <a:cubicBezTo>
                      <a:pt x="327" y="79"/>
                      <a:pt x="1" y="3638"/>
                      <a:pt x="1204" y="4841"/>
                    </a:cubicBezTo>
                    <a:cubicBezTo>
                      <a:pt x="1598" y="5235"/>
                      <a:pt x="2165" y="5352"/>
                      <a:pt x="2710" y="5352"/>
                    </a:cubicBezTo>
                    <a:cubicBezTo>
                      <a:pt x="3411" y="5352"/>
                      <a:pt x="4075" y="5159"/>
                      <a:pt x="4287" y="5116"/>
                    </a:cubicBezTo>
                    <a:cubicBezTo>
                      <a:pt x="5063" y="4966"/>
                      <a:pt x="5139" y="4640"/>
                      <a:pt x="4863" y="4590"/>
                    </a:cubicBezTo>
                    <a:cubicBezTo>
                      <a:pt x="4835" y="4585"/>
                      <a:pt x="4808" y="4583"/>
                      <a:pt x="4782" y="4583"/>
                    </a:cubicBezTo>
                    <a:cubicBezTo>
                      <a:pt x="4558" y="4583"/>
                      <a:pt x="4361" y="4742"/>
                      <a:pt x="3963" y="4742"/>
                    </a:cubicBezTo>
                    <a:cubicBezTo>
                      <a:pt x="3938" y="4742"/>
                      <a:pt x="3912" y="4742"/>
                      <a:pt x="3885" y="4740"/>
                    </a:cubicBezTo>
                    <a:cubicBezTo>
                      <a:pt x="3409" y="4715"/>
                      <a:pt x="2708" y="4765"/>
                      <a:pt x="2106" y="3888"/>
                    </a:cubicBezTo>
                    <a:cubicBezTo>
                      <a:pt x="1505" y="3036"/>
                      <a:pt x="2106" y="1282"/>
                      <a:pt x="1880" y="555"/>
                    </a:cubicBezTo>
                    <a:cubicBezTo>
                      <a:pt x="1719" y="50"/>
                      <a:pt x="1427" y="1"/>
                      <a:pt x="1320" y="1"/>
                    </a:cubicBez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3685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48"/>
          <p:cNvSpPr txBox="1">
            <a:spLocks noGrp="1"/>
          </p:cNvSpPr>
          <p:nvPr>
            <p:ph type="subTitle" idx="1"/>
          </p:nvPr>
        </p:nvSpPr>
        <p:spPr>
          <a:xfrm>
            <a:off x="4159414" y="1228425"/>
            <a:ext cx="4087800" cy="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Records</a:t>
            </a:r>
            <a:endParaRPr dirty="0"/>
          </a:p>
        </p:txBody>
      </p:sp>
      <p:sp>
        <p:nvSpPr>
          <p:cNvPr id="2070" name="Google Shape;2070;p48"/>
          <p:cNvSpPr txBox="1">
            <a:spLocks noGrp="1"/>
          </p:cNvSpPr>
          <p:nvPr>
            <p:ph type="title"/>
          </p:nvPr>
        </p:nvSpPr>
        <p:spPr>
          <a:xfrm>
            <a:off x="4125350" y="539500"/>
            <a:ext cx="40878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4000" i="1" dirty="0"/>
              <a:t>2194488</a:t>
            </a:r>
            <a:endParaRPr dirty="0"/>
          </a:p>
        </p:txBody>
      </p:sp>
      <p:sp>
        <p:nvSpPr>
          <p:cNvPr id="2071" name="Google Shape;2071;p48"/>
          <p:cNvSpPr txBox="1">
            <a:spLocks noGrp="1"/>
          </p:cNvSpPr>
          <p:nvPr>
            <p:ph type="title" idx="2"/>
          </p:nvPr>
        </p:nvSpPr>
        <p:spPr>
          <a:xfrm>
            <a:off x="4159414" y="1992700"/>
            <a:ext cx="40878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16</a:t>
            </a:r>
            <a:endParaRPr sz="4800" dirty="0"/>
          </a:p>
        </p:txBody>
      </p:sp>
      <p:sp>
        <p:nvSpPr>
          <p:cNvPr id="2072" name="Google Shape;2072;p48"/>
          <p:cNvSpPr txBox="1">
            <a:spLocks noGrp="1"/>
          </p:cNvSpPr>
          <p:nvPr>
            <p:ph type="subTitle" idx="3"/>
          </p:nvPr>
        </p:nvSpPr>
        <p:spPr>
          <a:xfrm>
            <a:off x="4159414" y="2681615"/>
            <a:ext cx="4087800" cy="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Columns</a:t>
            </a:r>
            <a:endParaRPr dirty="0"/>
          </a:p>
        </p:txBody>
      </p:sp>
      <p:sp>
        <p:nvSpPr>
          <p:cNvPr id="2073" name="Google Shape;2073;p48"/>
          <p:cNvSpPr txBox="1">
            <a:spLocks noGrp="1"/>
          </p:cNvSpPr>
          <p:nvPr>
            <p:ph type="title" idx="4"/>
          </p:nvPr>
        </p:nvSpPr>
        <p:spPr>
          <a:xfrm>
            <a:off x="4070103" y="3413140"/>
            <a:ext cx="6030467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3200" dirty="0"/>
              <a:t>Structured CSV Dataset</a:t>
            </a:r>
            <a:endParaRPr sz="3200" dirty="0"/>
          </a:p>
        </p:txBody>
      </p:sp>
      <p:sp>
        <p:nvSpPr>
          <p:cNvPr id="2074" name="Google Shape;2074;p48"/>
          <p:cNvSpPr txBox="1">
            <a:spLocks noGrp="1"/>
          </p:cNvSpPr>
          <p:nvPr>
            <p:ph type="subTitle" idx="5"/>
          </p:nvPr>
        </p:nvSpPr>
        <p:spPr>
          <a:xfrm>
            <a:off x="4163408" y="4134800"/>
            <a:ext cx="4087800" cy="4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Type</a:t>
            </a:r>
            <a:endParaRPr dirty="0"/>
          </a:p>
        </p:txBody>
      </p:sp>
      <p:grpSp>
        <p:nvGrpSpPr>
          <p:cNvPr id="2075" name="Google Shape;2075;p48"/>
          <p:cNvGrpSpPr/>
          <p:nvPr/>
        </p:nvGrpSpPr>
        <p:grpSpPr>
          <a:xfrm>
            <a:off x="314036" y="1875942"/>
            <a:ext cx="3315402" cy="2338830"/>
            <a:chOff x="5185625" y="1331837"/>
            <a:chExt cx="3535674" cy="2494219"/>
          </a:xfrm>
        </p:grpSpPr>
        <p:sp>
          <p:nvSpPr>
            <p:cNvPr id="2076" name="Google Shape;2076;p48"/>
            <p:cNvSpPr/>
            <p:nvPr/>
          </p:nvSpPr>
          <p:spPr>
            <a:xfrm>
              <a:off x="6834196" y="1331837"/>
              <a:ext cx="169152" cy="171462"/>
            </a:xfrm>
            <a:custGeom>
              <a:avLst/>
              <a:gdLst/>
              <a:ahLst/>
              <a:cxnLst/>
              <a:rect l="l" t="t" r="r" b="b"/>
              <a:pathLst>
                <a:path w="1831" h="1856" extrusionOk="0">
                  <a:moveTo>
                    <a:pt x="928" y="402"/>
                  </a:moveTo>
                  <a:cubicBezTo>
                    <a:pt x="1204" y="402"/>
                    <a:pt x="1429" y="652"/>
                    <a:pt x="1429" y="928"/>
                  </a:cubicBezTo>
                  <a:cubicBezTo>
                    <a:pt x="1429" y="1204"/>
                    <a:pt x="1204" y="1429"/>
                    <a:pt x="928" y="1429"/>
                  </a:cubicBezTo>
                  <a:cubicBezTo>
                    <a:pt x="627" y="1429"/>
                    <a:pt x="402" y="1204"/>
                    <a:pt x="402" y="928"/>
                  </a:cubicBezTo>
                  <a:cubicBezTo>
                    <a:pt x="402" y="652"/>
                    <a:pt x="627" y="402"/>
                    <a:pt x="928" y="402"/>
                  </a:cubicBezTo>
                  <a:close/>
                  <a:moveTo>
                    <a:pt x="928" y="1"/>
                  </a:moveTo>
                  <a:cubicBezTo>
                    <a:pt x="402" y="1"/>
                    <a:pt x="1" y="402"/>
                    <a:pt x="1" y="928"/>
                  </a:cubicBezTo>
                  <a:cubicBezTo>
                    <a:pt x="1" y="1429"/>
                    <a:pt x="402" y="1855"/>
                    <a:pt x="928" y="1855"/>
                  </a:cubicBezTo>
                  <a:cubicBezTo>
                    <a:pt x="1429" y="1855"/>
                    <a:pt x="1830" y="1429"/>
                    <a:pt x="1830" y="928"/>
                  </a:cubicBezTo>
                  <a:cubicBezTo>
                    <a:pt x="1830" y="402"/>
                    <a:pt x="1429" y="1"/>
                    <a:pt x="9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8"/>
            <p:cNvSpPr/>
            <p:nvPr/>
          </p:nvSpPr>
          <p:spPr>
            <a:xfrm>
              <a:off x="8191023" y="1838925"/>
              <a:ext cx="159822" cy="157512"/>
            </a:xfrm>
            <a:custGeom>
              <a:avLst/>
              <a:gdLst/>
              <a:ahLst/>
              <a:cxnLst/>
              <a:rect l="l" t="t" r="r" b="b"/>
              <a:pathLst>
                <a:path w="1730" h="1705" extrusionOk="0">
                  <a:moveTo>
                    <a:pt x="301" y="0"/>
                  </a:moveTo>
                  <a:lnTo>
                    <a:pt x="0" y="301"/>
                  </a:lnTo>
                  <a:lnTo>
                    <a:pt x="1429" y="1705"/>
                  </a:lnTo>
                  <a:lnTo>
                    <a:pt x="1730" y="1429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8"/>
            <p:cNvSpPr/>
            <p:nvPr/>
          </p:nvSpPr>
          <p:spPr>
            <a:xfrm>
              <a:off x="8193332" y="1841235"/>
              <a:ext cx="155203" cy="155203"/>
            </a:xfrm>
            <a:custGeom>
              <a:avLst/>
              <a:gdLst/>
              <a:ahLst/>
              <a:cxnLst/>
              <a:rect l="l" t="t" r="r" b="b"/>
              <a:pathLst>
                <a:path w="1680" h="1680" extrusionOk="0">
                  <a:moveTo>
                    <a:pt x="1379" y="0"/>
                  </a:moveTo>
                  <a:lnTo>
                    <a:pt x="0" y="1404"/>
                  </a:lnTo>
                  <a:lnTo>
                    <a:pt x="276" y="1680"/>
                  </a:lnTo>
                  <a:lnTo>
                    <a:pt x="1680" y="276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8"/>
            <p:cNvSpPr/>
            <p:nvPr/>
          </p:nvSpPr>
          <p:spPr>
            <a:xfrm>
              <a:off x="5620933" y="1537943"/>
              <a:ext cx="101990" cy="2257551"/>
            </a:xfrm>
            <a:custGeom>
              <a:avLst/>
              <a:gdLst/>
              <a:ahLst/>
              <a:cxnLst/>
              <a:rect l="l" t="t" r="r" b="b"/>
              <a:pathLst>
                <a:path w="1104" h="24437" extrusionOk="0">
                  <a:moveTo>
                    <a:pt x="552" y="0"/>
                  </a:moveTo>
                  <a:cubicBezTo>
                    <a:pt x="251" y="0"/>
                    <a:pt x="1" y="251"/>
                    <a:pt x="1" y="552"/>
                  </a:cubicBezTo>
                  <a:lnTo>
                    <a:pt x="1" y="24436"/>
                  </a:lnTo>
                  <a:lnTo>
                    <a:pt x="1103" y="24436"/>
                  </a:lnTo>
                  <a:lnTo>
                    <a:pt x="1103" y="552"/>
                  </a:lnTo>
                  <a:cubicBezTo>
                    <a:pt x="1103" y="251"/>
                    <a:pt x="853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8"/>
            <p:cNvSpPr/>
            <p:nvPr/>
          </p:nvSpPr>
          <p:spPr>
            <a:xfrm>
              <a:off x="5771424" y="1841235"/>
              <a:ext cx="104300" cy="1954259"/>
            </a:xfrm>
            <a:custGeom>
              <a:avLst/>
              <a:gdLst/>
              <a:ahLst/>
              <a:cxnLst/>
              <a:rect l="l" t="t" r="r" b="b"/>
              <a:pathLst>
                <a:path w="1129" h="21154" extrusionOk="0">
                  <a:moveTo>
                    <a:pt x="552" y="0"/>
                  </a:moveTo>
                  <a:cubicBezTo>
                    <a:pt x="251" y="0"/>
                    <a:pt x="1" y="251"/>
                    <a:pt x="1" y="577"/>
                  </a:cubicBezTo>
                  <a:lnTo>
                    <a:pt x="1" y="21153"/>
                  </a:lnTo>
                  <a:lnTo>
                    <a:pt x="1129" y="21153"/>
                  </a:lnTo>
                  <a:lnTo>
                    <a:pt x="1129" y="577"/>
                  </a:lnTo>
                  <a:cubicBezTo>
                    <a:pt x="1129" y="251"/>
                    <a:pt x="878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8"/>
            <p:cNvSpPr/>
            <p:nvPr/>
          </p:nvSpPr>
          <p:spPr>
            <a:xfrm>
              <a:off x="5924226" y="1956990"/>
              <a:ext cx="101990" cy="1838504"/>
            </a:xfrm>
            <a:custGeom>
              <a:avLst/>
              <a:gdLst/>
              <a:ahLst/>
              <a:cxnLst/>
              <a:rect l="l" t="t" r="r" b="b"/>
              <a:pathLst>
                <a:path w="1104" h="19901" extrusionOk="0">
                  <a:moveTo>
                    <a:pt x="552" y="1"/>
                  </a:moveTo>
                  <a:cubicBezTo>
                    <a:pt x="252" y="1"/>
                    <a:pt x="1" y="251"/>
                    <a:pt x="1" y="552"/>
                  </a:cubicBezTo>
                  <a:lnTo>
                    <a:pt x="1" y="19900"/>
                  </a:lnTo>
                  <a:lnTo>
                    <a:pt x="1104" y="19900"/>
                  </a:lnTo>
                  <a:lnTo>
                    <a:pt x="1104" y="552"/>
                  </a:lnTo>
                  <a:cubicBezTo>
                    <a:pt x="1104" y="251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8"/>
            <p:cNvSpPr/>
            <p:nvPr/>
          </p:nvSpPr>
          <p:spPr>
            <a:xfrm>
              <a:off x="6077119" y="2373728"/>
              <a:ext cx="101898" cy="1421767"/>
            </a:xfrm>
            <a:custGeom>
              <a:avLst/>
              <a:gdLst/>
              <a:ahLst/>
              <a:cxnLst/>
              <a:rect l="l" t="t" r="r" b="b"/>
              <a:pathLst>
                <a:path w="1103" h="15390" extrusionOk="0">
                  <a:moveTo>
                    <a:pt x="551" y="1"/>
                  </a:moveTo>
                  <a:cubicBezTo>
                    <a:pt x="251" y="1"/>
                    <a:pt x="0" y="251"/>
                    <a:pt x="0" y="552"/>
                  </a:cubicBezTo>
                  <a:lnTo>
                    <a:pt x="0" y="15389"/>
                  </a:lnTo>
                  <a:lnTo>
                    <a:pt x="1103" y="15389"/>
                  </a:lnTo>
                  <a:lnTo>
                    <a:pt x="1103" y="552"/>
                  </a:lnTo>
                  <a:cubicBezTo>
                    <a:pt x="1103" y="251"/>
                    <a:pt x="852" y="1"/>
                    <a:pt x="5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8"/>
            <p:cNvSpPr/>
            <p:nvPr/>
          </p:nvSpPr>
          <p:spPr>
            <a:xfrm>
              <a:off x="6227611" y="2146836"/>
              <a:ext cx="104207" cy="1648658"/>
            </a:xfrm>
            <a:custGeom>
              <a:avLst/>
              <a:gdLst/>
              <a:ahLst/>
              <a:cxnLst/>
              <a:rect l="l" t="t" r="r" b="b"/>
              <a:pathLst>
                <a:path w="1128" h="17846" extrusionOk="0">
                  <a:moveTo>
                    <a:pt x="552" y="1"/>
                  </a:moveTo>
                  <a:cubicBezTo>
                    <a:pt x="251" y="1"/>
                    <a:pt x="0" y="251"/>
                    <a:pt x="0" y="552"/>
                  </a:cubicBezTo>
                  <a:lnTo>
                    <a:pt x="0" y="17845"/>
                  </a:lnTo>
                  <a:lnTo>
                    <a:pt x="1128" y="17845"/>
                  </a:lnTo>
                  <a:lnTo>
                    <a:pt x="1128" y="552"/>
                  </a:lnTo>
                  <a:cubicBezTo>
                    <a:pt x="1128" y="251"/>
                    <a:pt x="877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8"/>
            <p:cNvSpPr/>
            <p:nvPr/>
          </p:nvSpPr>
          <p:spPr>
            <a:xfrm>
              <a:off x="6380412" y="1841235"/>
              <a:ext cx="101990" cy="1954259"/>
            </a:xfrm>
            <a:custGeom>
              <a:avLst/>
              <a:gdLst/>
              <a:ahLst/>
              <a:cxnLst/>
              <a:rect l="l" t="t" r="r" b="b"/>
              <a:pathLst>
                <a:path w="1104" h="21154" extrusionOk="0">
                  <a:moveTo>
                    <a:pt x="552" y="0"/>
                  </a:moveTo>
                  <a:cubicBezTo>
                    <a:pt x="251" y="0"/>
                    <a:pt x="0" y="251"/>
                    <a:pt x="0" y="577"/>
                  </a:cubicBezTo>
                  <a:lnTo>
                    <a:pt x="0" y="21153"/>
                  </a:lnTo>
                  <a:lnTo>
                    <a:pt x="1103" y="21153"/>
                  </a:lnTo>
                  <a:lnTo>
                    <a:pt x="1103" y="577"/>
                  </a:lnTo>
                  <a:cubicBezTo>
                    <a:pt x="1103" y="251"/>
                    <a:pt x="852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48"/>
            <p:cNvSpPr/>
            <p:nvPr/>
          </p:nvSpPr>
          <p:spPr>
            <a:xfrm>
              <a:off x="6533213" y="1537943"/>
              <a:ext cx="101990" cy="2257551"/>
            </a:xfrm>
            <a:custGeom>
              <a:avLst/>
              <a:gdLst/>
              <a:ahLst/>
              <a:cxnLst/>
              <a:rect l="l" t="t" r="r" b="b"/>
              <a:pathLst>
                <a:path w="1104" h="24437" extrusionOk="0">
                  <a:moveTo>
                    <a:pt x="552" y="0"/>
                  </a:moveTo>
                  <a:cubicBezTo>
                    <a:pt x="251" y="0"/>
                    <a:pt x="0" y="251"/>
                    <a:pt x="0" y="552"/>
                  </a:cubicBezTo>
                  <a:lnTo>
                    <a:pt x="0" y="24436"/>
                  </a:lnTo>
                  <a:lnTo>
                    <a:pt x="1103" y="24436"/>
                  </a:lnTo>
                  <a:lnTo>
                    <a:pt x="1103" y="552"/>
                  </a:lnTo>
                  <a:cubicBezTo>
                    <a:pt x="1103" y="251"/>
                    <a:pt x="853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48"/>
            <p:cNvSpPr/>
            <p:nvPr/>
          </p:nvSpPr>
          <p:spPr>
            <a:xfrm>
              <a:off x="6683705" y="2563666"/>
              <a:ext cx="104300" cy="1231828"/>
            </a:xfrm>
            <a:custGeom>
              <a:avLst/>
              <a:gdLst/>
              <a:ahLst/>
              <a:cxnLst/>
              <a:rect l="l" t="t" r="r" b="b"/>
              <a:pathLst>
                <a:path w="1129" h="13334" extrusionOk="0">
                  <a:moveTo>
                    <a:pt x="577" y="0"/>
                  </a:moveTo>
                  <a:cubicBezTo>
                    <a:pt x="251" y="0"/>
                    <a:pt x="1" y="251"/>
                    <a:pt x="1" y="576"/>
                  </a:cubicBezTo>
                  <a:lnTo>
                    <a:pt x="1" y="13333"/>
                  </a:lnTo>
                  <a:lnTo>
                    <a:pt x="1128" y="13333"/>
                  </a:lnTo>
                  <a:lnTo>
                    <a:pt x="1128" y="576"/>
                  </a:lnTo>
                  <a:cubicBezTo>
                    <a:pt x="1128" y="251"/>
                    <a:pt x="878" y="0"/>
                    <a:pt x="5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8"/>
            <p:cNvSpPr/>
            <p:nvPr/>
          </p:nvSpPr>
          <p:spPr>
            <a:xfrm>
              <a:off x="6836506" y="2413083"/>
              <a:ext cx="101990" cy="1382412"/>
            </a:xfrm>
            <a:custGeom>
              <a:avLst/>
              <a:gdLst/>
              <a:ahLst/>
              <a:cxnLst/>
              <a:rect l="l" t="t" r="r" b="b"/>
              <a:pathLst>
                <a:path w="1104" h="14964" extrusionOk="0">
                  <a:moveTo>
                    <a:pt x="552" y="1"/>
                  </a:moveTo>
                  <a:cubicBezTo>
                    <a:pt x="251" y="1"/>
                    <a:pt x="1" y="252"/>
                    <a:pt x="1" y="552"/>
                  </a:cubicBezTo>
                  <a:lnTo>
                    <a:pt x="1" y="14963"/>
                  </a:lnTo>
                  <a:lnTo>
                    <a:pt x="1103" y="14963"/>
                  </a:lnTo>
                  <a:lnTo>
                    <a:pt x="1103" y="552"/>
                  </a:lnTo>
                  <a:cubicBezTo>
                    <a:pt x="1103" y="252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8"/>
            <p:cNvSpPr/>
            <p:nvPr/>
          </p:nvSpPr>
          <p:spPr>
            <a:xfrm>
              <a:off x="6989307" y="2107481"/>
              <a:ext cx="101990" cy="1688013"/>
            </a:xfrm>
            <a:custGeom>
              <a:avLst/>
              <a:gdLst/>
              <a:ahLst/>
              <a:cxnLst/>
              <a:rect l="l" t="t" r="r" b="b"/>
              <a:pathLst>
                <a:path w="1104" h="18272" extrusionOk="0">
                  <a:moveTo>
                    <a:pt x="552" y="1"/>
                  </a:moveTo>
                  <a:cubicBezTo>
                    <a:pt x="251" y="1"/>
                    <a:pt x="1" y="251"/>
                    <a:pt x="1" y="577"/>
                  </a:cubicBezTo>
                  <a:lnTo>
                    <a:pt x="1" y="18271"/>
                  </a:lnTo>
                  <a:lnTo>
                    <a:pt x="1104" y="18271"/>
                  </a:lnTo>
                  <a:lnTo>
                    <a:pt x="1104" y="577"/>
                  </a:lnTo>
                  <a:cubicBezTo>
                    <a:pt x="1104" y="251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8"/>
            <p:cNvSpPr/>
            <p:nvPr/>
          </p:nvSpPr>
          <p:spPr>
            <a:xfrm>
              <a:off x="7139799" y="1537943"/>
              <a:ext cx="104300" cy="2257551"/>
            </a:xfrm>
            <a:custGeom>
              <a:avLst/>
              <a:gdLst/>
              <a:ahLst/>
              <a:cxnLst/>
              <a:rect l="l" t="t" r="r" b="b"/>
              <a:pathLst>
                <a:path w="1129" h="24437" extrusionOk="0">
                  <a:moveTo>
                    <a:pt x="577" y="0"/>
                  </a:moveTo>
                  <a:cubicBezTo>
                    <a:pt x="252" y="0"/>
                    <a:pt x="1" y="251"/>
                    <a:pt x="1" y="552"/>
                  </a:cubicBezTo>
                  <a:lnTo>
                    <a:pt x="1" y="24436"/>
                  </a:lnTo>
                  <a:lnTo>
                    <a:pt x="1129" y="24436"/>
                  </a:lnTo>
                  <a:lnTo>
                    <a:pt x="1129" y="552"/>
                  </a:lnTo>
                  <a:cubicBezTo>
                    <a:pt x="1129" y="251"/>
                    <a:pt x="878" y="0"/>
                    <a:pt x="5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8"/>
            <p:cNvSpPr/>
            <p:nvPr/>
          </p:nvSpPr>
          <p:spPr>
            <a:xfrm>
              <a:off x="7292692" y="1841235"/>
              <a:ext cx="101898" cy="1954259"/>
            </a:xfrm>
            <a:custGeom>
              <a:avLst/>
              <a:gdLst/>
              <a:ahLst/>
              <a:cxnLst/>
              <a:rect l="l" t="t" r="r" b="b"/>
              <a:pathLst>
                <a:path w="1103" h="21154" extrusionOk="0">
                  <a:moveTo>
                    <a:pt x="551" y="0"/>
                  </a:moveTo>
                  <a:cubicBezTo>
                    <a:pt x="251" y="0"/>
                    <a:pt x="0" y="251"/>
                    <a:pt x="0" y="577"/>
                  </a:cubicBezTo>
                  <a:lnTo>
                    <a:pt x="0" y="21153"/>
                  </a:lnTo>
                  <a:lnTo>
                    <a:pt x="1103" y="21153"/>
                  </a:lnTo>
                  <a:lnTo>
                    <a:pt x="1103" y="577"/>
                  </a:lnTo>
                  <a:cubicBezTo>
                    <a:pt x="1103" y="251"/>
                    <a:pt x="852" y="0"/>
                    <a:pt x="5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8"/>
            <p:cNvSpPr/>
            <p:nvPr/>
          </p:nvSpPr>
          <p:spPr>
            <a:xfrm>
              <a:off x="7445493" y="2107481"/>
              <a:ext cx="101898" cy="1688013"/>
            </a:xfrm>
            <a:custGeom>
              <a:avLst/>
              <a:gdLst/>
              <a:ahLst/>
              <a:cxnLst/>
              <a:rect l="l" t="t" r="r" b="b"/>
              <a:pathLst>
                <a:path w="1103" h="18272" extrusionOk="0">
                  <a:moveTo>
                    <a:pt x="552" y="1"/>
                  </a:moveTo>
                  <a:cubicBezTo>
                    <a:pt x="251" y="1"/>
                    <a:pt x="0" y="251"/>
                    <a:pt x="0" y="577"/>
                  </a:cubicBezTo>
                  <a:lnTo>
                    <a:pt x="0" y="18271"/>
                  </a:lnTo>
                  <a:lnTo>
                    <a:pt x="1103" y="18271"/>
                  </a:lnTo>
                  <a:lnTo>
                    <a:pt x="1103" y="577"/>
                  </a:lnTo>
                  <a:cubicBezTo>
                    <a:pt x="1103" y="251"/>
                    <a:pt x="852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48"/>
            <p:cNvSpPr/>
            <p:nvPr/>
          </p:nvSpPr>
          <p:spPr>
            <a:xfrm>
              <a:off x="7595985" y="2336683"/>
              <a:ext cx="104300" cy="1458812"/>
            </a:xfrm>
            <a:custGeom>
              <a:avLst/>
              <a:gdLst/>
              <a:ahLst/>
              <a:cxnLst/>
              <a:rect l="l" t="t" r="r" b="b"/>
              <a:pathLst>
                <a:path w="1129" h="15791" extrusionOk="0">
                  <a:moveTo>
                    <a:pt x="577" y="1"/>
                  </a:moveTo>
                  <a:cubicBezTo>
                    <a:pt x="251" y="1"/>
                    <a:pt x="0" y="251"/>
                    <a:pt x="0" y="552"/>
                  </a:cubicBezTo>
                  <a:lnTo>
                    <a:pt x="0" y="15790"/>
                  </a:lnTo>
                  <a:lnTo>
                    <a:pt x="1128" y="15790"/>
                  </a:lnTo>
                  <a:lnTo>
                    <a:pt x="1128" y="552"/>
                  </a:lnTo>
                  <a:cubicBezTo>
                    <a:pt x="1128" y="251"/>
                    <a:pt x="877" y="1"/>
                    <a:pt x="5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8"/>
            <p:cNvSpPr/>
            <p:nvPr/>
          </p:nvSpPr>
          <p:spPr>
            <a:xfrm>
              <a:off x="7748786" y="2146836"/>
              <a:ext cx="101990" cy="1648658"/>
            </a:xfrm>
            <a:custGeom>
              <a:avLst/>
              <a:gdLst/>
              <a:ahLst/>
              <a:cxnLst/>
              <a:rect l="l" t="t" r="r" b="b"/>
              <a:pathLst>
                <a:path w="1104" h="17846" extrusionOk="0">
                  <a:moveTo>
                    <a:pt x="552" y="1"/>
                  </a:moveTo>
                  <a:cubicBezTo>
                    <a:pt x="251" y="1"/>
                    <a:pt x="0" y="251"/>
                    <a:pt x="0" y="552"/>
                  </a:cubicBezTo>
                  <a:lnTo>
                    <a:pt x="0" y="17845"/>
                  </a:lnTo>
                  <a:lnTo>
                    <a:pt x="1103" y="17845"/>
                  </a:lnTo>
                  <a:lnTo>
                    <a:pt x="1103" y="552"/>
                  </a:lnTo>
                  <a:cubicBezTo>
                    <a:pt x="1103" y="251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8"/>
            <p:cNvSpPr/>
            <p:nvPr/>
          </p:nvSpPr>
          <p:spPr>
            <a:xfrm>
              <a:off x="7901587" y="1917635"/>
              <a:ext cx="101990" cy="1877859"/>
            </a:xfrm>
            <a:custGeom>
              <a:avLst/>
              <a:gdLst/>
              <a:ahLst/>
              <a:cxnLst/>
              <a:rect l="l" t="t" r="r" b="b"/>
              <a:pathLst>
                <a:path w="1104" h="20327" extrusionOk="0">
                  <a:moveTo>
                    <a:pt x="552" y="0"/>
                  </a:moveTo>
                  <a:cubicBezTo>
                    <a:pt x="251" y="0"/>
                    <a:pt x="1" y="251"/>
                    <a:pt x="1" y="552"/>
                  </a:cubicBezTo>
                  <a:lnTo>
                    <a:pt x="1" y="20326"/>
                  </a:lnTo>
                  <a:lnTo>
                    <a:pt x="1103" y="20326"/>
                  </a:lnTo>
                  <a:lnTo>
                    <a:pt x="1103" y="552"/>
                  </a:lnTo>
                  <a:cubicBezTo>
                    <a:pt x="1103" y="251"/>
                    <a:pt x="853" y="0"/>
                    <a:pt x="5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8"/>
            <p:cNvSpPr/>
            <p:nvPr/>
          </p:nvSpPr>
          <p:spPr>
            <a:xfrm>
              <a:off x="5363924" y="2751203"/>
              <a:ext cx="157605" cy="157512"/>
            </a:xfrm>
            <a:custGeom>
              <a:avLst/>
              <a:gdLst/>
              <a:ahLst/>
              <a:cxnLst/>
              <a:rect l="l" t="t" r="r" b="b"/>
              <a:pathLst>
                <a:path w="1706" h="1705" extrusionOk="0">
                  <a:moveTo>
                    <a:pt x="276" y="0"/>
                  </a:moveTo>
                  <a:lnTo>
                    <a:pt x="1" y="301"/>
                  </a:lnTo>
                  <a:lnTo>
                    <a:pt x="1429" y="1704"/>
                  </a:lnTo>
                  <a:lnTo>
                    <a:pt x="1705" y="1404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8"/>
            <p:cNvSpPr/>
            <p:nvPr/>
          </p:nvSpPr>
          <p:spPr>
            <a:xfrm>
              <a:off x="5363924" y="2751203"/>
              <a:ext cx="157605" cy="157512"/>
            </a:xfrm>
            <a:custGeom>
              <a:avLst/>
              <a:gdLst/>
              <a:ahLst/>
              <a:cxnLst/>
              <a:rect l="l" t="t" r="r" b="b"/>
              <a:pathLst>
                <a:path w="1706" h="1705" extrusionOk="0">
                  <a:moveTo>
                    <a:pt x="1404" y="0"/>
                  </a:moveTo>
                  <a:lnTo>
                    <a:pt x="1" y="1404"/>
                  </a:lnTo>
                  <a:lnTo>
                    <a:pt x="302" y="1704"/>
                  </a:lnTo>
                  <a:lnTo>
                    <a:pt x="1705" y="301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8"/>
            <p:cNvSpPr/>
            <p:nvPr/>
          </p:nvSpPr>
          <p:spPr>
            <a:xfrm>
              <a:off x="5560792" y="3299846"/>
              <a:ext cx="3128071" cy="526211"/>
            </a:xfrm>
            <a:custGeom>
              <a:avLst/>
              <a:gdLst/>
              <a:ahLst/>
              <a:cxnLst/>
              <a:rect l="l" t="t" r="r" b="b"/>
              <a:pathLst>
                <a:path w="33860" h="5696" extrusionOk="0">
                  <a:moveTo>
                    <a:pt x="16024" y="1"/>
                  </a:moveTo>
                  <a:cubicBezTo>
                    <a:pt x="14503" y="1"/>
                    <a:pt x="13074" y="526"/>
                    <a:pt x="12080" y="1109"/>
                  </a:cubicBezTo>
                  <a:cubicBezTo>
                    <a:pt x="10805" y="1851"/>
                    <a:pt x="9601" y="3129"/>
                    <a:pt x="7844" y="3129"/>
                  </a:cubicBezTo>
                  <a:cubicBezTo>
                    <a:pt x="7288" y="3129"/>
                    <a:pt x="6677" y="3001"/>
                    <a:pt x="5990" y="2688"/>
                  </a:cubicBezTo>
                  <a:cubicBezTo>
                    <a:pt x="5615" y="2516"/>
                    <a:pt x="5235" y="2442"/>
                    <a:pt x="4858" y="2442"/>
                  </a:cubicBezTo>
                  <a:cubicBezTo>
                    <a:pt x="2364" y="2442"/>
                    <a:pt x="0" y="5695"/>
                    <a:pt x="0" y="5695"/>
                  </a:cubicBezTo>
                  <a:lnTo>
                    <a:pt x="33860" y="5695"/>
                  </a:lnTo>
                  <a:cubicBezTo>
                    <a:pt x="32762" y="2945"/>
                    <a:pt x="30793" y="2179"/>
                    <a:pt x="28930" y="2179"/>
                  </a:cubicBezTo>
                  <a:cubicBezTo>
                    <a:pt x="27348" y="2179"/>
                    <a:pt x="25842" y="2732"/>
                    <a:pt x="25013" y="3089"/>
                  </a:cubicBezTo>
                  <a:cubicBezTo>
                    <a:pt x="24550" y="3285"/>
                    <a:pt x="24138" y="3379"/>
                    <a:pt x="23737" y="3379"/>
                  </a:cubicBezTo>
                  <a:cubicBezTo>
                    <a:pt x="22552" y="3379"/>
                    <a:pt x="21472" y="2557"/>
                    <a:pt x="19524" y="1134"/>
                  </a:cubicBezTo>
                  <a:cubicBezTo>
                    <a:pt x="18405" y="308"/>
                    <a:pt x="17188" y="1"/>
                    <a:pt x="160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8"/>
            <p:cNvSpPr/>
            <p:nvPr/>
          </p:nvSpPr>
          <p:spPr>
            <a:xfrm>
              <a:off x="5185625" y="2822984"/>
              <a:ext cx="3230062" cy="956251"/>
            </a:xfrm>
            <a:custGeom>
              <a:avLst/>
              <a:gdLst/>
              <a:ahLst/>
              <a:cxnLst/>
              <a:rect l="l" t="t" r="r" b="b"/>
              <a:pathLst>
                <a:path w="34964" h="10351" extrusionOk="0">
                  <a:moveTo>
                    <a:pt x="12232" y="0"/>
                  </a:moveTo>
                  <a:cubicBezTo>
                    <a:pt x="11530" y="25"/>
                    <a:pt x="10803" y="551"/>
                    <a:pt x="10076" y="1554"/>
                  </a:cubicBezTo>
                  <a:cubicBezTo>
                    <a:pt x="9024" y="2957"/>
                    <a:pt x="7520" y="3684"/>
                    <a:pt x="5665" y="3684"/>
                  </a:cubicBezTo>
                  <a:cubicBezTo>
                    <a:pt x="4061" y="3684"/>
                    <a:pt x="2783" y="4186"/>
                    <a:pt x="1856" y="5163"/>
                  </a:cubicBezTo>
                  <a:cubicBezTo>
                    <a:pt x="1" y="7118"/>
                    <a:pt x="101" y="10226"/>
                    <a:pt x="126" y="10351"/>
                  </a:cubicBezTo>
                  <a:lnTo>
                    <a:pt x="527" y="10326"/>
                  </a:lnTo>
                  <a:cubicBezTo>
                    <a:pt x="527" y="10301"/>
                    <a:pt x="427" y="7268"/>
                    <a:pt x="2156" y="5464"/>
                  </a:cubicBezTo>
                  <a:cubicBezTo>
                    <a:pt x="3008" y="4561"/>
                    <a:pt x="4186" y="4110"/>
                    <a:pt x="5665" y="4110"/>
                  </a:cubicBezTo>
                  <a:cubicBezTo>
                    <a:pt x="7670" y="4110"/>
                    <a:pt x="9249" y="3333"/>
                    <a:pt x="10402" y="1780"/>
                  </a:cubicBezTo>
                  <a:cubicBezTo>
                    <a:pt x="11054" y="902"/>
                    <a:pt x="11680" y="426"/>
                    <a:pt x="12257" y="426"/>
                  </a:cubicBezTo>
                  <a:cubicBezTo>
                    <a:pt x="12683" y="426"/>
                    <a:pt x="13084" y="627"/>
                    <a:pt x="13485" y="1103"/>
                  </a:cubicBezTo>
                  <a:cubicBezTo>
                    <a:pt x="13861" y="1554"/>
                    <a:pt x="14111" y="2055"/>
                    <a:pt x="14337" y="2506"/>
                  </a:cubicBezTo>
                  <a:cubicBezTo>
                    <a:pt x="14713" y="3233"/>
                    <a:pt x="15064" y="3935"/>
                    <a:pt x="15916" y="4085"/>
                  </a:cubicBezTo>
                  <a:cubicBezTo>
                    <a:pt x="15974" y="4097"/>
                    <a:pt x="16031" y="4103"/>
                    <a:pt x="16088" y="4103"/>
                  </a:cubicBezTo>
                  <a:cubicBezTo>
                    <a:pt x="16739" y="4103"/>
                    <a:pt x="17294" y="3338"/>
                    <a:pt x="17871" y="2531"/>
                  </a:cubicBezTo>
                  <a:cubicBezTo>
                    <a:pt x="18439" y="1741"/>
                    <a:pt x="19007" y="902"/>
                    <a:pt x="19623" y="902"/>
                  </a:cubicBezTo>
                  <a:cubicBezTo>
                    <a:pt x="19632" y="902"/>
                    <a:pt x="19641" y="902"/>
                    <a:pt x="19650" y="902"/>
                  </a:cubicBezTo>
                  <a:cubicBezTo>
                    <a:pt x="20277" y="927"/>
                    <a:pt x="20803" y="1629"/>
                    <a:pt x="21354" y="2381"/>
                  </a:cubicBezTo>
                  <a:cubicBezTo>
                    <a:pt x="21981" y="3208"/>
                    <a:pt x="22633" y="4085"/>
                    <a:pt x="23535" y="4110"/>
                  </a:cubicBezTo>
                  <a:cubicBezTo>
                    <a:pt x="24136" y="4110"/>
                    <a:pt x="24613" y="3885"/>
                    <a:pt x="25064" y="3659"/>
                  </a:cubicBezTo>
                  <a:cubicBezTo>
                    <a:pt x="25458" y="3475"/>
                    <a:pt x="25828" y="3302"/>
                    <a:pt x="26242" y="3302"/>
                  </a:cubicBezTo>
                  <a:cubicBezTo>
                    <a:pt x="26670" y="3302"/>
                    <a:pt x="27146" y="3487"/>
                    <a:pt x="27745" y="4035"/>
                  </a:cubicBezTo>
                  <a:cubicBezTo>
                    <a:pt x="28472" y="4712"/>
                    <a:pt x="28773" y="5288"/>
                    <a:pt x="29049" y="5790"/>
                  </a:cubicBezTo>
                  <a:cubicBezTo>
                    <a:pt x="29500" y="6642"/>
                    <a:pt x="29851" y="7293"/>
                    <a:pt x="31806" y="7569"/>
                  </a:cubicBezTo>
                  <a:cubicBezTo>
                    <a:pt x="34512" y="7945"/>
                    <a:pt x="34312" y="10150"/>
                    <a:pt x="34287" y="10251"/>
                  </a:cubicBezTo>
                  <a:lnTo>
                    <a:pt x="34713" y="10276"/>
                  </a:lnTo>
                  <a:cubicBezTo>
                    <a:pt x="34713" y="10251"/>
                    <a:pt x="34964" y="7594"/>
                    <a:pt x="31856" y="7168"/>
                  </a:cubicBezTo>
                  <a:cubicBezTo>
                    <a:pt x="30126" y="6917"/>
                    <a:pt x="29851" y="6416"/>
                    <a:pt x="29400" y="5589"/>
                  </a:cubicBezTo>
                  <a:cubicBezTo>
                    <a:pt x="29149" y="5088"/>
                    <a:pt x="28798" y="4461"/>
                    <a:pt x="28021" y="3734"/>
                  </a:cubicBezTo>
                  <a:cubicBezTo>
                    <a:pt x="27327" y="3091"/>
                    <a:pt x="26760" y="2879"/>
                    <a:pt x="26255" y="2879"/>
                  </a:cubicBezTo>
                  <a:cubicBezTo>
                    <a:pt x="25759" y="2879"/>
                    <a:pt x="25324" y="3084"/>
                    <a:pt x="24888" y="3283"/>
                  </a:cubicBezTo>
                  <a:cubicBezTo>
                    <a:pt x="24486" y="3496"/>
                    <a:pt x="24107" y="3686"/>
                    <a:pt x="23645" y="3686"/>
                  </a:cubicBezTo>
                  <a:cubicBezTo>
                    <a:pt x="23617" y="3686"/>
                    <a:pt x="23589" y="3686"/>
                    <a:pt x="23560" y="3684"/>
                  </a:cubicBezTo>
                  <a:cubicBezTo>
                    <a:pt x="22858" y="3684"/>
                    <a:pt x="22257" y="2882"/>
                    <a:pt x="21680" y="2130"/>
                  </a:cubicBezTo>
                  <a:cubicBezTo>
                    <a:pt x="21104" y="1353"/>
                    <a:pt x="20477" y="526"/>
                    <a:pt x="19675" y="501"/>
                  </a:cubicBezTo>
                  <a:cubicBezTo>
                    <a:pt x="19653" y="500"/>
                    <a:pt x="19631" y="499"/>
                    <a:pt x="19609" y="499"/>
                  </a:cubicBezTo>
                  <a:cubicBezTo>
                    <a:pt x="18789" y="499"/>
                    <a:pt x="18155" y="1402"/>
                    <a:pt x="17520" y="2281"/>
                  </a:cubicBezTo>
                  <a:cubicBezTo>
                    <a:pt x="17049" y="2987"/>
                    <a:pt x="16534" y="3693"/>
                    <a:pt x="16078" y="3693"/>
                  </a:cubicBezTo>
                  <a:cubicBezTo>
                    <a:pt x="16049" y="3693"/>
                    <a:pt x="16020" y="3690"/>
                    <a:pt x="15991" y="3684"/>
                  </a:cubicBezTo>
                  <a:cubicBezTo>
                    <a:pt x="15339" y="3559"/>
                    <a:pt x="15089" y="3033"/>
                    <a:pt x="14713" y="2306"/>
                  </a:cubicBezTo>
                  <a:cubicBezTo>
                    <a:pt x="14487" y="1855"/>
                    <a:pt x="14212" y="1328"/>
                    <a:pt x="13811" y="852"/>
                  </a:cubicBezTo>
                  <a:cubicBezTo>
                    <a:pt x="13309" y="276"/>
                    <a:pt x="12783" y="0"/>
                    <a:pt x="122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8"/>
            <p:cNvSpPr/>
            <p:nvPr/>
          </p:nvSpPr>
          <p:spPr>
            <a:xfrm>
              <a:off x="8593904" y="2193120"/>
              <a:ext cx="127395" cy="766498"/>
            </a:xfrm>
            <a:custGeom>
              <a:avLst/>
              <a:gdLst/>
              <a:ahLst/>
              <a:cxnLst/>
              <a:rect l="l" t="t" r="r" b="b"/>
              <a:pathLst>
                <a:path w="1379" h="8297" extrusionOk="0">
                  <a:moveTo>
                    <a:pt x="1203" y="1"/>
                  </a:moveTo>
                  <a:lnTo>
                    <a:pt x="426" y="678"/>
                  </a:lnTo>
                  <a:cubicBezTo>
                    <a:pt x="101" y="953"/>
                    <a:pt x="76" y="1455"/>
                    <a:pt x="351" y="1805"/>
                  </a:cubicBezTo>
                  <a:lnTo>
                    <a:pt x="903" y="2407"/>
                  </a:lnTo>
                  <a:cubicBezTo>
                    <a:pt x="1003" y="2532"/>
                    <a:pt x="1053" y="2683"/>
                    <a:pt x="1028" y="2833"/>
                  </a:cubicBezTo>
                  <a:cubicBezTo>
                    <a:pt x="1028" y="2958"/>
                    <a:pt x="953" y="3109"/>
                    <a:pt x="852" y="3209"/>
                  </a:cubicBezTo>
                  <a:lnTo>
                    <a:pt x="326" y="3660"/>
                  </a:lnTo>
                  <a:cubicBezTo>
                    <a:pt x="176" y="3785"/>
                    <a:pt x="76" y="3986"/>
                    <a:pt x="50" y="4212"/>
                  </a:cubicBezTo>
                  <a:cubicBezTo>
                    <a:pt x="50" y="4412"/>
                    <a:pt x="101" y="4638"/>
                    <a:pt x="251" y="4788"/>
                  </a:cubicBezTo>
                  <a:lnTo>
                    <a:pt x="752" y="5339"/>
                  </a:lnTo>
                  <a:cubicBezTo>
                    <a:pt x="852" y="5440"/>
                    <a:pt x="903" y="5590"/>
                    <a:pt x="878" y="5765"/>
                  </a:cubicBezTo>
                  <a:cubicBezTo>
                    <a:pt x="878" y="5916"/>
                    <a:pt x="802" y="6041"/>
                    <a:pt x="677" y="6141"/>
                  </a:cubicBezTo>
                  <a:lnTo>
                    <a:pt x="326" y="6417"/>
                  </a:lnTo>
                  <a:cubicBezTo>
                    <a:pt x="126" y="6567"/>
                    <a:pt x="25" y="6768"/>
                    <a:pt x="0" y="7019"/>
                  </a:cubicBezTo>
                  <a:cubicBezTo>
                    <a:pt x="0" y="7244"/>
                    <a:pt x="101" y="7470"/>
                    <a:pt x="251" y="7620"/>
                  </a:cubicBezTo>
                  <a:lnTo>
                    <a:pt x="953" y="8297"/>
                  </a:lnTo>
                  <a:lnTo>
                    <a:pt x="1128" y="8121"/>
                  </a:lnTo>
                  <a:lnTo>
                    <a:pt x="426" y="7445"/>
                  </a:lnTo>
                  <a:cubicBezTo>
                    <a:pt x="301" y="7344"/>
                    <a:pt x="251" y="7194"/>
                    <a:pt x="251" y="7019"/>
                  </a:cubicBezTo>
                  <a:cubicBezTo>
                    <a:pt x="251" y="6868"/>
                    <a:pt x="326" y="6718"/>
                    <a:pt x="477" y="6618"/>
                  </a:cubicBezTo>
                  <a:lnTo>
                    <a:pt x="827" y="6342"/>
                  </a:lnTo>
                  <a:cubicBezTo>
                    <a:pt x="1003" y="6191"/>
                    <a:pt x="1103" y="5991"/>
                    <a:pt x="1128" y="5765"/>
                  </a:cubicBezTo>
                  <a:cubicBezTo>
                    <a:pt x="1153" y="5540"/>
                    <a:pt x="1078" y="5339"/>
                    <a:pt x="928" y="5164"/>
                  </a:cubicBezTo>
                  <a:lnTo>
                    <a:pt x="426" y="4638"/>
                  </a:lnTo>
                  <a:cubicBezTo>
                    <a:pt x="326" y="4512"/>
                    <a:pt x="276" y="4362"/>
                    <a:pt x="301" y="4212"/>
                  </a:cubicBezTo>
                  <a:cubicBezTo>
                    <a:pt x="301" y="4061"/>
                    <a:pt x="376" y="3936"/>
                    <a:pt x="477" y="3836"/>
                  </a:cubicBezTo>
                  <a:lnTo>
                    <a:pt x="1003" y="3384"/>
                  </a:lnTo>
                  <a:cubicBezTo>
                    <a:pt x="1153" y="3259"/>
                    <a:pt x="1253" y="3059"/>
                    <a:pt x="1279" y="2833"/>
                  </a:cubicBezTo>
                  <a:cubicBezTo>
                    <a:pt x="1304" y="2633"/>
                    <a:pt x="1228" y="2432"/>
                    <a:pt x="1078" y="2257"/>
                  </a:cubicBezTo>
                  <a:lnTo>
                    <a:pt x="552" y="1630"/>
                  </a:lnTo>
                  <a:cubicBezTo>
                    <a:pt x="351" y="1404"/>
                    <a:pt x="376" y="1054"/>
                    <a:pt x="602" y="853"/>
                  </a:cubicBezTo>
                  <a:lnTo>
                    <a:pt x="1379" y="176"/>
                  </a:lnTo>
                  <a:lnTo>
                    <a:pt x="12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8"/>
            <p:cNvSpPr/>
            <p:nvPr/>
          </p:nvSpPr>
          <p:spPr>
            <a:xfrm>
              <a:off x="7950181" y="3230484"/>
              <a:ext cx="41849" cy="558083"/>
            </a:xfrm>
            <a:custGeom>
              <a:avLst/>
              <a:gdLst/>
              <a:ahLst/>
              <a:cxnLst/>
              <a:rect l="l" t="t" r="r" b="b"/>
              <a:pathLst>
                <a:path w="453" h="6041" extrusionOk="0">
                  <a:moveTo>
                    <a:pt x="1" y="0"/>
                  </a:moveTo>
                  <a:lnTo>
                    <a:pt x="1" y="6040"/>
                  </a:lnTo>
                  <a:lnTo>
                    <a:pt x="452" y="6040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8"/>
            <p:cNvSpPr/>
            <p:nvPr/>
          </p:nvSpPr>
          <p:spPr>
            <a:xfrm>
              <a:off x="7762643" y="2681731"/>
              <a:ext cx="565104" cy="548844"/>
            </a:xfrm>
            <a:custGeom>
              <a:avLst/>
              <a:gdLst/>
              <a:ahLst/>
              <a:cxnLst/>
              <a:rect l="l" t="t" r="r" b="b"/>
              <a:pathLst>
                <a:path w="6117" h="5941" extrusionOk="0">
                  <a:moveTo>
                    <a:pt x="1104" y="0"/>
                  </a:moveTo>
                  <a:cubicBezTo>
                    <a:pt x="502" y="0"/>
                    <a:pt x="1" y="451"/>
                    <a:pt x="1" y="1003"/>
                  </a:cubicBezTo>
                  <a:lnTo>
                    <a:pt x="1" y="5940"/>
                  </a:lnTo>
                  <a:lnTo>
                    <a:pt x="6116" y="5940"/>
                  </a:lnTo>
                  <a:lnTo>
                    <a:pt x="6116" y="1003"/>
                  </a:lnTo>
                  <a:cubicBezTo>
                    <a:pt x="6116" y="451"/>
                    <a:pt x="5615" y="0"/>
                    <a:pt x="5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8"/>
            <p:cNvSpPr/>
            <p:nvPr/>
          </p:nvSpPr>
          <p:spPr>
            <a:xfrm>
              <a:off x="7466279" y="3207296"/>
              <a:ext cx="861467" cy="67254"/>
            </a:xfrm>
            <a:custGeom>
              <a:avLst/>
              <a:gdLst/>
              <a:ahLst/>
              <a:cxnLst/>
              <a:rect l="l" t="t" r="r" b="b"/>
              <a:pathLst>
                <a:path w="9325" h="728" extrusionOk="0">
                  <a:moveTo>
                    <a:pt x="427" y="0"/>
                  </a:moveTo>
                  <a:cubicBezTo>
                    <a:pt x="201" y="0"/>
                    <a:pt x="1" y="151"/>
                    <a:pt x="1" y="351"/>
                  </a:cubicBezTo>
                  <a:cubicBezTo>
                    <a:pt x="1" y="552"/>
                    <a:pt x="201" y="727"/>
                    <a:pt x="427" y="727"/>
                  </a:cubicBezTo>
                  <a:lnTo>
                    <a:pt x="8923" y="727"/>
                  </a:lnTo>
                  <a:cubicBezTo>
                    <a:pt x="9149" y="727"/>
                    <a:pt x="9324" y="552"/>
                    <a:pt x="9324" y="351"/>
                  </a:cubicBezTo>
                  <a:cubicBezTo>
                    <a:pt x="9324" y="151"/>
                    <a:pt x="9149" y="0"/>
                    <a:pt x="89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8"/>
            <p:cNvSpPr/>
            <p:nvPr/>
          </p:nvSpPr>
          <p:spPr>
            <a:xfrm>
              <a:off x="7714050" y="3769906"/>
              <a:ext cx="497849" cy="41757"/>
            </a:xfrm>
            <a:custGeom>
              <a:avLst/>
              <a:gdLst/>
              <a:ahLst/>
              <a:cxnLst/>
              <a:rect l="l" t="t" r="r" b="b"/>
              <a:pathLst>
                <a:path w="5389" h="452" extrusionOk="0">
                  <a:moveTo>
                    <a:pt x="0" y="1"/>
                  </a:moveTo>
                  <a:lnTo>
                    <a:pt x="0" y="452"/>
                  </a:lnTo>
                  <a:lnTo>
                    <a:pt x="5389" y="452"/>
                  </a:lnTo>
                  <a:lnTo>
                    <a:pt x="5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8"/>
            <p:cNvSpPr/>
            <p:nvPr/>
          </p:nvSpPr>
          <p:spPr>
            <a:xfrm>
              <a:off x="7709523" y="2337052"/>
              <a:ext cx="613512" cy="601225"/>
            </a:xfrm>
            <a:custGeom>
              <a:avLst/>
              <a:gdLst/>
              <a:ahLst/>
              <a:cxnLst/>
              <a:rect l="l" t="t" r="r" b="b"/>
              <a:pathLst>
                <a:path w="6641" h="6508" extrusionOk="0">
                  <a:moveTo>
                    <a:pt x="3518" y="1"/>
                  </a:moveTo>
                  <a:cubicBezTo>
                    <a:pt x="2751" y="1"/>
                    <a:pt x="1501" y="656"/>
                    <a:pt x="1578" y="2328"/>
                  </a:cubicBezTo>
                  <a:cubicBezTo>
                    <a:pt x="1603" y="3430"/>
                    <a:pt x="1102" y="3481"/>
                    <a:pt x="701" y="4007"/>
                  </a:cubicBezTo>
                  <a:cubicBezTo>
                    <a:pt x="1" y="4966"/>
                    <a:pt x="697" y="6508"/>
                    <a:pt x="2162" y="6508"/>
                  </a:cubicBezTo>
                  <a:cubicBezTo>
                    <a:pt x="2688" y="6508"/>
                    <a:pt x="3314" y="6308"/>
                    <a:pt x="4009" y="5811"/>
                  </a:cubicBezTo>
                  <a:cubicBezTo>
                    <a:pt x="6641" y="3932"/>
                    <a:pt x="5363" y="3882"/>
                    <a:pt x="5438" y="2854"/>
                  </a:cubicBezTo>
                  <a:cubicBezTo>
                    <a:pt x="5438" y="2854"/>
                    <a:pt x="4862" y="2453"/>
                    <a:pt x="4561" y="1826"/>
                  </a:cubicBezTo>
                  <a:cubicBezTo>
                    <a:pt x="4310" y="1275"/>
                    <a:pt x="4335" y="498"/>
                    <a:pt x="4034" y="172"/>
                  </a:cubicBezTo>
                  <a:cubicBezTo>
                    <a:pt x="3941" y="61"/>
                    <a:pt x="3752" y="1"/>
                    <a:pt x="3518" y="1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8"/>
            <p:cNvSpPr/>
            <p:nvPr/>
          </p:nvSpPr>
          <p:spPr>
            <a:xfrm>
              <a:off x="7777702" y="2482555"/>
              <a:ext cx="325464" cy="427454"/>
            </a:xfrm>
            <a:custGeom>
              <a:avLst/>
              <a:gdLst/>
              <a:ahLst/>
              <a:cxnLst/>
              <a:rect l="l" t="t" r="r" b="b"/>
              <a:pathLst>
                <a:path w="3523" h="4627" extrusionOk="0">
                  <a:moveTo>
                    <a:pt x="2712" y="1"/>
                  </a:moveTo>
                  <a:cubicBezTo>
                    <a:pt x="2605" y="1"/>
                    <a:pt x="1392" y="24"/>
                    <a:pt x="1392" y="1053"/>
                  </a:cubicBezTo>
                  <a:cubicBezTo>
                    <a:pt x="1392" y="1855"/>
                    <a:pt x="966" y="1480"/>
                    <a:pt x="565" y="2081"/>
                  </a:cubicBezTo>
                  <a:cubicBezTo>
                    <a:pt x="0" y="3004"/>
                    <a:pt x="183" y="4627"/>
                    <a:pt x="960" y="4627"/>
                  </a:cubicBezTo>
                  <a:cubicBezTo>
                    <a:pt x="1322" y="4627"/>
                    <a:pt x="1814" y="4274"/>
                    <a:pt x="2419" y="3334"/>
                  </a:cubicBezTo>
                  <a:cubicBezTo>
                    <a:pt x="3447" y="1755"/>
                    <a:pt x="3522" y="1655"/>
                    <a:pt x="3472" y="1053"/>
                  </a:cubicBezTo>
                  <a:lnTo>
                    <a:pt x="2720" y="1"/>
                  </a:lnTo>
                  <a:cubicBezTo>
                    <a:pt x="2720" y="1"/>
                    <a:pt x="2717" y="1"/>
                    <a:pt x="2712" y="1"/>
                  </a:cubicBezTo>
                  <a:close/>
                </a:path>
              </a:pathLst>
            </a:custGeom>
            <a:solidFill>
              <a:srgbClr val="1D19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8"/>
            <p:cNvSpPr/>
            <p:nvPr/>
          </p:nvSpPr>
          <p:spPr>
            <a:xfrm>
              <a:off x="7742781" y="2648936"/>
              <a:ext cx="353363" cy="416553"/>
            </a:xfrm>
            <a:custGeom>
              <a:avLst/>
              <a:gdLst/>
              <a:ahLst/>
              <a:cxnLst/>
              <a:rect l="l" t="t" r="r" b="b"/>
              <a:pathLst>
                <a:path w="3825" h="4509" extrusionOk="0">
                  <a:moveTo>
                    <a:pt x="311" y="0"/>
                  </a:moveTo>
                  <a:cubicBezTo>
                    <a:pt x="200" y="0"/>
                    <a:pt x="1" y="284"/>
                    <a:pt x="266" y="2160"/>
                  </a:cubicBezTo>
                  <a:cubicBezTo>
                    <a:pt x="592" y="4215"/>
                    <a:pt x="1243" y="4390"/>
                    <a:pt x="1469" y="4466"/>
                  </a:cubicBezTo>
                  <a:cubicBezTo>
                    <a:pt x="1564" y="4496"/>
                    <a:pt x="1667" y="4509"/>
                    <a:pt x="1774" y="4509"/>
                  </a:cubicBezTo>
                  <a:cubicBezTo>
                    <a:pt x="2651" y="4509"/>
                    <a:pt x="3825" y="3613"/>
                    <a:pt x="3825" y="3613"/>
                  </a:cubicBezTo>
                  <a:lnTo>
                    <a:pt x="2872" y="2410"/>
                  </a:lnTo>
                  <a:cubicBezTo>
                    <a:pt x="2872" y="2410"/>
                    <a:pt x="2171" y="2912"/>
                    <a:pt x="1870" y="3062"/>
                  </a:cubicBezTo>
                  <a:lnTo>
                    <a:pt x="2121" y="2435"/>
                  </a:lnTo>
                  <a:lnTo>
                    <a:pt x="2271" y="1132"/>
                  </a:lnTo>
                  <a:lnTo>
                    <a:pt x="1344" y="1257"/>
                  </a:lnTo>
                  <a:cubicBezTo>
                    <a:pt x="1344" y="1257"/>
                    <a:pt x="1519" y="2711"/>
                    <a:pt x="1218" y="2736"/>
                  </a:cubicBezTo>
                  <a:cubicBezTo>
                    <a:pt x="1211" y="2737"/>
                    <a:pt x="1204" y="2738"/>
                    <a:pt x="1197" y="2738"/>
                  </a:cubicBezTo>
                  <a:cubicBezTo>
                    <a:pt x="808" y="2738"/>
                    <a:pt x="568" y="1401"/>
                    <a:pt x="642" y="1007"/>
                  </a:cubicBezTo>
                  <a:cubicBezTo>
                    <a:pt x="767" y="405"/>
                    <a:pt x="441" y="105"/>
                    <a:pt x="366" y="29"/>
                  </a:cubicBezTo>
                  <a:cubicBezTo>
                    <a:pt x="357" y="15"/>
                    <a:pt x="336" y="0"/>
                    <a:pt x="311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48"/>
            <p:cNvSpPr/>
            <p:nvPr/>
          </p:nvSpPr>
          <p:spPr>
            <a:xfrm>
              <a:off x="7354219" y="3093111"/>
              <a:ext cx="310313" cy="483530"/>
            </a:xfrm>
            <a:custGeom>
              <a:avLst/>
              <a:gdLst/>
              <a:ahLst/>
              <a:cxnLst/>
              <a:rect l="l" t="t" r="r" b="b"/>
              <a:pathLst>
                <a:path w="3359" h="5234" extrusionOk="0">
                  <a:moveTo>
                    <a:pt x="2815" y="1"/>
                  </a:moveTo>
                  <a:cubicBezTo>
                    <a:pt x="2618" y="1"/>
                    <a:pt x="2353" y="264"/>
                    <a:pt x="2041" y="911"/>
                  </a:cubicBezTo>
                  <a:cubicBezTo>
                    <a:pt x="1013" y="3041"/>
                    <a:pt x="1665" y="4369"/>
                    <a:pt x="562" y="4795"/>
                  </a:cubicBezTo>
                  <a:cubicBezTo>
                    <a:pt x="437" y="4846"/>
                    <a:pt x="86" y="4795"/>
                    <a:pt x="36" y="4896"/>
                  </a:cubicBezTo>
                  <a:cubicBezTo>
                    <a:pt x="1" y="4984"/>
                    <a:pt x="375" y="5234"/>
                    <a:pt x="758" y="5234"/>
                  </a:cubicBezTo>
                  <a:cubicBezTo>
                    <a:pt x="918" y="5234"/>
                    <a:pt x="1080" y="5190"/>
                    <a:pt x="1214" y="5071"/>
                  </a:cubicBezTo>
                  <a:cubicBezTo>
                    <a:pt x="1214" y="5071"/>
                    <a:pt x="2166" y="4269"/>
                    <a:pt x="2818" y="2715"/>
                  </a:cubicBezTo>
                  <a:cubicBezTo>
                    <a:pt x="3359" y="1388"/>
                    <a:pt x="3268" y="1"/>
                    <a:pt x="2815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48"/>
            <p:cNvSpPr/>
            <p:nvPr/>
          </p:nvSpPr>
          <p:spPr>
            <a:xfrm>
              <a:off x="7410757" y="2943821"/>
              <a:ext cx="847517" cy="576929"/>
            </a:xfrm>
            <a:custGeom>
              <a:avLst/>
              <a:gdLst/>
              <a:ahLst/>
              <a:cxnLst/>
              <a:rect l="l" t="t" r="r" b="b"/>
              <a:pathLst>
                <a:path w="9174" h="6245" extrusionOk="0">
                  <a:moveTo>
                    <a:pt x="5398" y="1"/>
                  </a:moveTo>
                  <a:cubicBezTo>
                    <a:pt x="4453" y="1"/>
                    <a:pt x="3312" y="297"/>
                    <a:pt x="2231" y="1148"/>
                  </a:cubicBezTo>
                  <a:cubicBezTo>
                    <a:pt x="0" y="2928"/>
                    <a:pt x="401" y="5935"/>
                    <a:pt x="401" y="5935"/>
                  </a:cubicBezTo>
                  <a:cubicBezTo>
                    <a:pt x="655" y="6189"/>
                    <a:pt x="901" y="6244"/>
                    <a:pt x="1067" y="6244"/>
                  </a:cubicBezTo>
                  <a:cubicBezTo>
                    <a:pt x="1197" y="6244"/>
                    <a:pt x="1278" y="6211"/>
                    <a:pt x="1278" y="6211"/>
                  </a:cubicBezTo>
                  <a:cubicBezTo>
                    <a:pt x="2481" y="4306"/>
                    <a:pt x="2281" y="3554"/>
                    <a:pt x="2807" y="3053"/>
                  </a:cubicBezTo>
                  <a:cubicBezTo>
                    <a:pt x="2901" y="2959"/>
                    <a:pt x="3084" y="2925"/>
                    <a:pt x="3329" y="2925"/>
                  </a:cubicBezTo>
                  <a:cubicBezTo>
                    <a:pt x="3977" y="2925"/>
                    <a:pt x="5056" y="3163"/>
                    <a:pt x="6051" y="3163"/>
                  </a:cubicBezTo>
                  <a:cubicBezTo>
                    <a:pt x="6789" y="3163"/>
                    <a:pt x="7482" y="3033"/>
                    <a:pt x="7920" y="2577"/>
                  </a:cubicBezTo>
                  <a:cubicBezTo>
                    <a:pt x="9173" y="1248"/>
                    <a:pt x="7444" y="697"/>
                    <a:pt x="7444" y="697"/>
                  </a:cubicBezTo>
                  <a:cubicBezTo>
                    <a:pt x="7186" y="336"/>
                    <a:pt x="6402" y="1"/>
                    <a:pt x="53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48"/>
            <p:cNvSpPr/>
            <p:nvPr/>
          </p:nvSpPr>
          <p:spPr>
            <a:xfrm>
              <a:off x="7642269" y="3210806"/>
              <a:ext cx="179037" cy="509120"/>
            </a:xfrm>
            <a:custGeom>
              <a:avLst/>
              <a:gdLst/>
              <a:ahLst/>
              <a:cxnLst/>
              <a:rect l="l" t="t" r="r" b="b"/>
              <a:pathLst>
                <a:path w="1938" h="5511" extrusionOk="0">
                  <a:moveTo>
                    <a:pt x="1071" y="0"/>
                  </a:moveTo>
                  <a:cubicBezTo>
                    <a:pt x="863" y="0"/>
                    <a:pt x="671" y="315"/>
                    <a:pt x="577" y="1090"/>
                  </a:cubicBezTo>
                  <a:cubicBezTo>
                    <a:pt x="301" y="3371"/>
                    <a:pt x="1329" y="4374"/>
                    <a:pt x="427" y="5125"/>
                  </a:cubicBezTo>
                  <a:cubicBezTo>
                    <a:pt x="326" y="5201"/>
                    <a:pt x="1" y="5276"/>
                    <a:pt x="1" y="5376"/>
                  </a:cubicBezTo>
                  <a:cubicBezTo>
                    <a:pt x="1" y="5437"/>
                    <a:pt x="199" y="5511"/>
                    <a:pt x="437" y="5511"/>
                  </a:cubicBezTo>
                  <a:cubicBezTo>
                    <a:pt x="685" y="5511"/>
                    <a:pt x="975" y="5431"/>
                    <a:pt x="1128" y="5176"/>
                  </a:cubicBezTo>
                  <a:cubicBezTo>
                    <a:pt x="1128" y="5176"/>
                    <a:pt x="1755" y="4123"/>
                    <a:pt x="1855" y="2494"/>
                  </a:cubicBezTo>
                  <a:cubicBezTo>
                    <a:pt x="1938" y="1187"/>
                    <a:pt x="1475" y="0"/>
                    <a:pt x="1071" y="0"/>
                  </a:cubicBezTo>
                  <a:close/>
                </a:path>
              </a:pathLst>
            </a:custGeom>
            <a:solidFill>
              <a:srgbClr val="F35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48"/>
            <p:cNvSpPr/>
            <p:nvPr/>
          </p:nvSpPr>
          <p:spPr>
            <a:xfrm>
              <a:off x="7605223" y="2945853"/>
              <a:ext cx="687788" cy="694254"/>
            </a:xfrm>
            <a:custGeom>
              <a:avLst/>
              <a:gdLst/>
              <a:ahLst/>
              <a:cxnLst/>
              <a:rect l="l" t="t" r="r" b="b"/>
              <a:pathLst>
                <a:path w="7445" h="7515" extrusionOk="0">
                  <a:moveTo>
                    <a:pt x="5634" y="0"/>
                  </a:moveTo>
                  <a:cubicBezTo>
                    <a:pt x="4459" y="0"/>
                    <a:pt x="2302" y="939"/>
                    <a:pt x="928" y="2956"/>
                  </a:cubicBezTo>
                  <a:cubicBezTo>
                    <a:pt x="1" y="4334"/>
                    <a:pt x="1028" y="7392"/>
                    <a:pt x="1028" y="7392"/>
                  </a:cubicBezTo>
                  <a:cubicBezTo>
                    <a:pt x="1204" y="7484"/>
                    <a:pt x="1373" y="7514"/>
                    <a:pt x="1522" y="7514"/>
                  </a:cubicBezTo>
                  <a:cubicBezTo>
                    <a:pt x="1819" y="7514"/>
                    <a:pt x="2031" y="7392"/>
                    <a:pt x="2031" y="7392"/>
                  </a:cubicBezTo>
                  <a:cubicBezTo>
                    <a:pt x="2607" y="5287"/>
                    <a:pt x="2181" y="4660"/>
                    <a:pt x="2532" y="4033"/>
                  </a:cubicBezTo>
                  <a:cubicBezTo>
                    <a:pt x="2883" y="3407"/>
                    <a:pt x="5890" y="3883"/>
                    <a:pt x="6692" y="2304"/>
                  </a:cubicBezTo>
                  <a:cubicBezTo>
                    <a:pt x="7444" y="851"/>
                    <a:pt x="6517" y="199"/>
                    <a:pt x="6041" y="48"/>
                  </a:cubicBezTo>
                  <a:cubicBezTo>
                    <a:pt x="5925" y="17"/>
                    <a:pt x="5787" y="0"/>
                    <a:pt x="56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48"/>
            <p:cNvSpPr/>
            <p:nvPr/>
          </p:nvSpPr>
          <p:spPr>
            <a:xfrm>
              <a:off x="7642269" y="3210806"/>
              <a:ext cx="179037" cy="509120"/>
            </a:xfrm>
            <a:custGeom>
              <a:avLst/>
              <a:gdLst/>
              <a:ahLst/>
              <a:cxnLst/>
              <a:rect l="l" t="t" r="r" b="b"/>
              <a:pathLst>
                <a:path w="1938" h="5511" extrusionOk="0">
                  <a:moveTo>
                    <a:pt x="1071" y="0"/>
                  </a:moveTo>
                  <a:cubicBezTo>
                    <a:pt x="863" y="0"/>
                    <a:pt x="671" y="315"/>
                    <a:pt x="577" y="1090"/>
                  </a:cubicBezTo>
                  <a:cubicBezTo>
                    <a:pt x="301" y="3371"/>
                    <a:pt x="1329" y="4374"/>
                    <a:pt x="427" y="5125"/>
                  </a:cubicBezTo>
                  <a:cubicBezTo>
                    <a:pt x="326" y="5201"/>
                    <a:pt x="1" y="5276"/>
                    <a:pt x="1" y="5376"/>
                  </a:cubicBezTo>
                  <a:cubicBezTo>
                    <a:pt x="1" y="5437"/>
                    <a:pt x="199" y="5511"/>
                    <a:pt x="437" y="5511"/>
                  </a:cubicBezTo>
                  <a:cubicBezTo>
                    <a:pt x="685" y="5511"/>
                    <a:pt x="975" y="5431"/>
                    <a:pt x="1128" y="5176"/>
                  </a:cubicBezTo>
                  <a:cubicBezTo>
                    <a:pt x="1128" y="5176"/>
                    <a:pt x="1755" y="4123"/>
                    <a:pt x="1855" y="2494"/>
                  </a:cubicBezTo>
                  <a:cubicBezTo>
                    <a:pt x="1938" y="1187"/>
                    <a:pt x="1475" y="0"/>
                    <a:pt x="1071" y="0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8"/>
            <p:cNvSpPr/>
            <p:nvPr/>
          </p:nvSpPr>
          <p:spPr>
            <a:xfrm>
              <a:off x="7605223" y="3136346"/>
              <a:ext cx="257100" cy="503762"/>
            </a:xfrm>
            <a:custGeom>
              <a:avLst/>
              <a:gdLst/>
              <a:ahLst/>
              <a:cxnLst/>
              <a:rect l="l" t="t" r="r" b="b"/>
              <a:pathLst>
                <a:path w="2783" h="5453" extrusionOk="0">
                  <a:moveTo>
                    <a:pt x="1986" y="0"/>
                  </a:moveTo>
                  <a:cubicBezTo>
                    <a:pt x="1721" y="0"/>
                    <a:pt x="1371" y="243"/>
                    <a:pt x="928" y="894"/>
                  </a:cubicBezTo>
                  <a:cubicBezTo>
                    <a:pt x="1" y="2272"/>
                    <a:pt x="1028" y="5330"/>
                    <a:pt x="1028" y="5330"/>
                  </a:cubicBezTo>
                  <a:cubicBezTo>
                    <a:pt x="1204" y="5422"/>
                    <a:pt x="1373" y="5452"/>
                    <a:pt x="1522" y="5452"/>
                  </a:cubicBezTo>
                  <a:cubicBezTo>
                    <a:pt x="1819" y="5452"/>
                    <a:pt x="2031" y="5330"/>
                    <a:pt x="2031" y="5330"/>
                  </a:cubicBezTo>
                  <a:cubicBezTo>
                    <a:pt x="2607" y="3225"/>
                    <a:pt x="2181" y="2598"/>
                    <a:pt x="2532" y="1971"/>
                  </a:cubicBezTo>
                  <a:cubicBezTo>
                    <a:pt x="2783" y="1524"/>
                    <a:pt x="2649" y="0"/>
                    <a:pt x="19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8"/>
            <p:cNvSpPr/>
            <p:nvPr/>
          </p:nvSpPr>
          <p:spPr>
            <a:xfrm>
              <a:off x="7711741" y="3038236"/>
              <a:ext cx="345049" cy="602149"/>
            </a:xfrm>
            <a:custGeom>
              <a:avLst/>
              <a:gdLst/>
              <a:ahLst/>
              <a:cxnLst/>
              <a:rect l="l" t="t" r="r" b="b"/>
              <a:pathLst>
                <a:path w="3735" h="6518" extrusionOk="0">
                  <a:moveTo>
                    <a:pt x="3710" y="1"/>
                  </a:moveTo>
                  <a:cubicBezTo>
                    <a:pt x="3685" y="1"/>
                    <a:pt x="777" y="678"/>
                    <a:pt x="276" y="2658"/>
                  </a:cubicBezTo>
                  <a:cubicBezTo>
                    <a:pt x="276" y="2683"/>
                    <a:pt x="0" y="3760"/>
                    <a:pt x="226" y="6517"/>
                  </a:cubicBezTo>
                  <a:lnTo>
                    <a:pt x="301" y="6492"/>
                  </a:lnTo>
                  <a:cubicBezTo>
                    <a:pt x="51" y="3760"/>
                    <a:pt x="326" y="2683"/>
                    <a:pt x="351" y="2683"/>
                  </a:cubicBezTo>
                  <a:cubicBezTo>
                    <a:pt x="827" y="728"/>
                    <a:pt x="3710" y="76"/>
                    <a:pt x="3735" y="51"/>
                  </a:cubicBezTo>
                  <a:lnTo>
                    <a:pt x="37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8"/>
            <p:cNvSpPr/>
            <p:nvPr/>
          </p:nvSpPr>
          <p:spPr>
            <a:xfrm>
              <a:off x="7829806" y="2335389"/>
              <a:ext cx="453136" cy="417292"/>
            </a:xfrm>
            <a:custGeom>
              <a:avLst/>
              <a:gdLst/>
              <a:ahLst/>
              <a:cxnLst/>
              <a:rect l="l" t="t" r="r" b="b"/>
              <a:pathLst>
                <a:path w="4905" h="4517" extrusionOk="0">
                  <a:moveTo>
                    <a:pt x="2212" y="0"/>
                  </a:moveTo>
                  <a:cubicBezTo>
                    <a:pt x="1755" y="0"/>
                    <a:pt x="1340" y="262"/>
                    <a:pt x="1154" y="491"/>
                  </a:cubicBezTo>
                  <a:cubicBezTo>
                    <a:pt x="527" y="1318"/>
                    <a:pt x="1" y="1844"/>
                    <a:pt x="1204" y="4025"/>
                  </a:cubicBezTo>
                  <a:cubicBezTo>
                    <a:pt x="1399" y="4371"/>
                    <a:pt x="1753" y="4517"/>
                    <a:pt x="2150" y="4517"/>
                  </a:cubicBezTo>
                  <a:cubicBezTo>
                    <a:pt x="3333" y="4517"/>
                    <a:pt x="4905" y="3227"/>
                    <a:pt x="3835" y="2120"/>
                  </a:cubicBezTo>
                  <a:cubicBezTo>
                    <a:pt x="3359" y="1619"/>
                    <a:pt x="3710" y="1193"/>
                    <a:pt x="3234" y="566"/>
                  </a:cubicBezTo>
                  <a:cubicBezTo>
                    <a:pt x="2922" y="147"/>
                    <a:pt x="2555" y="0"/>
                    <a:pt x="2212" y="0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8"/>
            <p:cNvSpPr/>
            <p:nvPr/>
          </p:nvSpPr>
          <p:spPr>
            <a:xfrm>
              <a:off x="7852994" y="2597571"/>
              <a:ext cx="233912" cy="233451"/>
            </a:xfrm>
            <a:custGeom>
              <a:avLst/>
              <a:gdLst/>
              <a:ahLst/>
              <a:cxnLst/>
              <a:rect l="l" t="t" r="r" b="b"/>
              <a:pathLst>
                <a:path w="2532" h="2527" extrusionOk="0">
                  <a:moveTo>
                    <a:pt x="1524" y="0"/>
                  </a:moveTo>
                  <a:cubicBezTo>
                    <a:pt x="542" y="0"/>
                    <a:pt x="0" y="1864"/>
                    <a:pt x="0" y="1864"/>
                  </a:cubicBezTo>
                  <a:cubicBezTo>
                    <a:pt x="419" y="2447"/>
                    <a:pt x="1117" y="2526"/>
                    <a:pt x="1466" y="2526"/>
                  </a:cubicBezTo>
                  <a:cubicBezTo>
                    <a:pt x="1597" y="2526"/>
                    <a:pt x="1679" y="2515"/>
                    <a:pt x="1679" y="2515"/>
                  </a:cubicBezTo>
                  <a:cubicBezTo>
                    <a:pt x="1679" y="2515"/>
                    <a:pt x="1980" y="2039"/>
                    <a:pt x="2206" y="1463"/>
                  </a:cubicBezTo>
                  <a:cubicBezTo>
                    <a:pt x="2532" y="560"/>
                    <a:pt x="2030" y="109"/>
                    <a:pt x="1755" y="34"/>
                  </a:cubicBezTo>
                  <a:cubicBezTo>
                    <a:pt x="1675" y="11"/>
                    <a:pt x="1599" y="0"/>
                    <a:pt x="15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8"/>
            <p:cNvSpPr/>
            <p:nvPr/>
          </p:nvSpPr>
          <p:spPr>
            <a:xfrm>
              <a:off x="7868329" y="2568008"/>
              <a:ext cx="422373" cy="492306"/>
            </a:xfrm>
            <a:custGeom>
              <a:avLst/>
              <a:gdLst/>
              <a:ahLst/>
              <a:cxnLst/>
              <a:rect l="l" t="t" r="r" b="b"/>
              <a:pathLst>
                <a:path w="4572" h="5329" extrusionOk="0">
                  <a:moveTo>
                    <a:pt x="2077" y="1"/>
                  </a:moveTo>
                  <a:cubicBezTo>
                    <a:pt x="1472" y="1"/>
                    <a:pt x="805" y="220"/>
                    <a:pt x="536" y="1081"/>
                  </a:cubicBezTo>
                  <a:cubicBezTo>
                    <a:pt x="260" y="1933"/>
                    <a:pt x="361" y="2961"/>
                    <a:pt x="135" y="3988"/>
                  </a:cubicBezTo>
                  <a:cubicBezTo>
                    <a:pt x="1" y="4692"/>
                    <a:pt x="2007" y="5329"/>
                    <a:pt x="3216" y="5329"/>
                  </a:cubicBezTo>
                  <a:cubicBezTo>
                    <a:pt x="3816" y="5329"/>
                    <a:pt x="4219" y="5172"/>
                    <a:pt x="4070" y="4790"/>
                  </a:cubicBezTo>
                  <a:lnTo>
                    <a:pt x="4070" y="4715"/>
                  </a:lnTo>
                  <a:cubicBezTo>
                    <a:pt x="3819" y="3662"/>
                    <a:pt x="3644" y="2986"/>
                    <a:pt x="4020" y="1958"/>
                  </a:cubicBezTo>
                  <a:cubicBezTo>
                    <a:pt x="4571" y="479"/>
                    <a:pt x="3443" y="254"/>
                    <a:pt x="2742" y="78"/>
                  </a:cubicBezTo>
                  <a:cubicBezTo>
                    <a:pt x="2549" y="36"/>
                    <a:pt x="2318" y="1"/>
                    <a:pt x="20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8"/>
            <p:cNvSpPr/>
            <p:nvPr/>
          </p:nvSpPr>
          <p:spPr>
            <a:xfrm>
              <a:off x="7982607" y="2473316"/>
              <a:ext cx="133770" cy="174788"/>
            </a:xfrm>
            <a:custGeom>
              <a:avLst/>
              <a:gdLst/>
              <a:ahLst/>
              <a:cxnLst/>
              <a:rect l="l" t="t" r="r" b="b"/>
              <a:pathLst>
                <a:path w="1448" h="1892" extrusionOk="0">
                  <a:moveTo>
                    <a:pt x="778" y="1"/>
                  </a:moveTo>
                  <a:lnTo>
                    <a:pt x="1" y="803"/>
                  </a:lnTo>
                  <a:cubicBezTo>
                    <a:pt x="377" y="1153"/>
                    <a:pt x="251" y="1454"/>
                    <a:pt x="327" y="1830"/>
                  </a:cubicBezTo>
                  <a:cubicBezTo>
                    <a:pt x="337" y="1873"/>
                    <a:pt x="368" y="1891"/>
                    <a:pt x="412" y="1891"/>
                  </a:cubicBezTo>
                  <a:cubicBezTo>
                    <a:pt x="680" y="1891"/>
                    <a:pt x="1448" y="1204"/>
                    <a:pt x="1254" y="1053"/>
                  </a:cubicBezTo>
                  <a:cubicBezTo>
                    <a:pt x="903" y="803"/>
                    <a:pt x="778" y="1"/>
                    <a:pt x="778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8"/>
            <p:cNvSpPr/>
            <p:nvPr/>
          </p:nvSpPr>
          <p:spPr>
            <a:xfrm>
              <a:off x="7908516" y="2371973"/>
              <a:ext cx="187629" cy="240472"/>
            </a:xfrm>
            <a:custGeom>
              <a:avLst/>
              <a:gdLst/>
              <a:ahLst/>
              <a:cxnLst/>
              <a:rect l="l" t="t" r="r" b="b"/>
              <a:pathLst>
                <a:path w="2031" h="2603" extrusionOk="0">
                  <a:moveTo>
                    <a:pt x="932" y="1"/>
                  </a:moveTo>
                  <a:cubicBezTo>
                    <a:pt x="731" y="1"/>
                    <a:pt x="519" y="85"/>
                    <a:pt x="402" y="346"/>
                  </a:cubicBezTo>
                  <a:cubicBezTo>
                    <a:pt x="201" y="772"/>
                    <a:pt x="1" y="2576"/>
                    <a:pt x="853" y="2601"/>
                  </a:cubicBezTo>
                  <a:cubicBezTo>
                    <a:pt x="861" y="2602"/>
                    <a:pt x="869" y="2602"/>
                    <a:pt x="878" y="2602"/>
                  </a:cubicBezTo>
                  <a:cubicBezTo>
                    <a:pt x="1254" y="2602"/>
                    <a:pt x="1809" y="2059"/>
                    <a:pt x="1956" y="1348"/>
                  </a:cubicBezTo>
                  <a:cubicBezTo>
                    <a:pt x="2031" y="1047"/>
                    <a:pt x="1805" y="521"/>
                    <a:pt x="1379" y="145"/>
                  </a:cubicBezTo>
                  <a:cubicBezTo>
                    <a:pt x="1295" y="73"/>
                    <a:pt x="1118" y="1"/>
                    <a:pt x="932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48"/>
            <p:cNvSpPr/>
            <p:nvPr/>
          </p:nvSpPr>
          <p:spPr>
            <a:xfrm>
              <a:off x="7910825" y="2355067"/>
              <a:ext cx="213126" cy="190400"/>
            </a:xfrm>
            <a:custGeom>
              <a:avLst/>
              <a:gdLst/>
              <a:ahLst/>
              <a:cxnLst/>
              <a:rect l="l" t="t" r="r" b="b"/>
              <a:pathLst>
                <a:path w="2307" h="2061" extrusionOk="0">
                  <a:moveTo>
                    <a:pt x="1190" y="1"/>
                  </a:moveTo>
                  <a:cubicBezTo>
                    <a:pt x="624" y="1"/>
                    <a:pt x="0" y="467"/>
                    <a:pt x="126" y="1205"/>
                  </a:cubicBezTo>
                  <a:cubicBezTo>
                    <a:pt x="129" y="1228"/>
                    <a:pt x="135" y="1237"/>
                    <a:pt x="144" y="1237"/>
                  </a:cubicBezTo>
                  <a:cubicBezTo>
                    <a:pt x="202" y="1237"/>
                    <a:pt x="376" y="855"/>
                    <a:pt x="557" y="855"/>
                  </a:cubicBezTo>
                  <a:cubicBezTo>
                    <a:pt x="606" y="855"/>
                    <a:pt x="655" y="883"/>
                    <a:pt x="703" y="955"/>
                  </a:cubicBezTo>
                  <a:cubicBezTo>
                    <a:pt x="953" y="1356"/>
                    <a:pt x="1454" y="1180"/>
                    <a:pt x="1755" y="1932"/>
                  </a:cubicBezTo>
                  <a:cubicBezTo>
                    <a:pt x="1794" y="2023"/>
                    <a:pt x="1833" y="2061"/>
                    <a:pt x="1871" y="2061"/>
                  </a:cubicBezTo>
                  <a:cubicBezTo>
                    <a:pt x="2053" y="2061"/>
                    <a:pt x="2211" y="1192"/>
                    <a:pt x="2231" y="1130"/>
                  </a:cubicBezTo>
                  <a:cubicBezTo>
                    <a:pt x="2307" y="754"/>
                    <a:pt x="2307" y="754"/>
                    <a:pt x="1780" y="228"/>
                  </a:cubicBezTo>
                  <a:cubicBezTo>
                    <a:pt x="1625" y="73"/>
                    <a:pt x="1412" y="1"/>
                    <a:pt x="1190" y="1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48"/>
            <p:cNvSpPr/>
            <p:nvPr/>
          </p:nvSpPr>
          <p:spPr>
            <a:xfrm>
              <a:off x="7829806" y="2648658"/>
              <a:ext cx="449256" cy="449256"/>
            </a:xfrm>
            <a:custGeom>
              <a:avLst/>
              <a:gdLst/>
              <a:ahLst/>
              <a:cxnLst/>
              <a:rect l="l" t="t" r="r" b="b"/>
              <a:pathLst>
                <a:path w="4863" h="4863" extrusionOk="0">
                  <a:moveTo>
                    <a:pt x="3920" y="1"/>
                  </a:moveTo>
                  <a:cubicBezTo>
                    <a:pt x="3802" y="1"/>
                    <a:pt x="3551" y="56"/>
                    <a:pt x="3384" y="484"/>
                  </a:cubicBezTo>
                  <a:cubicBezTo>
                    <a:pt x="3108" y="1135"/>
                    <a:pt x="3509" y="2789"/>
                    <a:pt x="2883" y="3541"/>
                  </a:cubicBezTo>
                  <a:cubicBezTo>
                    <a:pt x="2409" y="4129"/>
                    <a:pt x="1907" y="4200"/>
                    <a:pt x="1495" y="4200"/>
                  </a:cubicBezTo>
                  <a:cubicBezTo>
                    <a:pt x="1362" y="4200"/>
                    <a:pt x="1238" y="4193"/>
                    <a:pt x="1128" y="4193"/>
                  </a:cubicBezTo>
                  <a:cubicBezTo>
                    <a:pt x="701" y="4169"/>
                    <a:pt x="544" y="3965"/>
                    <a:pt x="294" y="3965"/>
                  </a:cubicBezTo>
                  <a:cubicBezTo>
                    <a:pt x="280" y="3965"/>
                    <a:pt x="266" y="3966"/>
                    <a:pt x="251" y="3967"/>
                  </a:cubicBezTo>
                  <a:cubicBezTo>
                    <a:pt x="1" y="3992"/>
                    <a:pt x="26" y="4293"/>
                    <a:pt x="727" y="4494"/>
                  </a:cubicBezTo>
                  <a:cubicBezTo>
                    <a:pt x="954" y="4558"/>
                    <a:pt x="1711" y="4862"/>
                    <a:pt x="2469" y="4862"/>
                  </a:cubicBezTo>
                  <a:cubicBezTo>
                    <a:pt x="2887" y="4862"/>
                    <a:pt x="3305" y="4770"/>
                    <a:pt x="3635" y="4494"/>
                  </a:cubicBezTo>
                  <a:cubicBezTo>
                    <a:pt x="4838" y="3491"/>
                    <a:pt x="4863" y="183"/>
                    <a:pt x="3986" y="7"/>
                  </a:cubicBezTo>
                  <a:cubicBezTo>
                    <a:pt x="3986" y="7"/>
                    <a:pt x="3961" y="1"/>
                    <a:pt x="3920" y="1"/>
                  </a:cubicBez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8"/>
            <p:cNvSpPr/>
            <p:nvPr/>
          </p:nvSpPr>
          <p:spPr>
            <a:xfrm>
              <a:off x="8077576" y="2611613"/>
              <a:ext cx="199177" cy="232527"/>
            </a:xfrm>
            <a:custGeom>
              <a:avLst/>
              <a:gdLst/>
              <a:ahLst/>
              <a:cxnLst/>
              <a:rect l="l" t="t" r="r" b="b"/>
              <a:pathLst>
                <a:path w="2156" h="2517" extrusionOk="0">
                  <a:moveTo>
                    <a:pt x="1193" y="0"/>
                  </a:moveTo>
                  <a:cubicBezTo>
                    <a:pt x="1161" y="0"/>
                    <a:pt x="1131" y="3"/>
                    <a:pt x="1103" y="7"/>
                  </a:cubicBezTo>
                  <a:cubicBezTo>
                    <a:pt x="0" y="208"/>
                    <a:pt x="351" y="2338"/>
                    <a:pt x="351" y="2338"/>
                  </a:cubicBezTo>
                  <a:cubicBezTo>
                    <a:pt x="579" y="2469"/>
                    <a:pt x="812" y="2517"/>
                    <a:pt x="1031" y="2517"/>
                  </a:cubicBezTo>
                  <a:cubicBezTo>
                    <a:pt x="1607" y="2517"/>
                    <a:pt x="2081" y="2188"/>
                    <a:pt x="2081" y="2188"/>
                  </a:cubicBezTo>
                  <a:cubicBezTo>
                    <a:pt x="2081" y="2188"/>
                    <a:pt x="2156" y="1661"/>
                    <a:pt x="2106" y="1085"/>
                  </a:cubicBezTo>
                  <a:cubicBezTo>
                    <a:pt x="2015" y="243"/>
                    <a:pt x="1510" y="0"/>
                    <a:pt x="11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8"/>
            <p:cNvSpPr/>
            <p:nvPr/>
          </p:nvSpPr>
          <p:spPr>
            <a:xfrm>
              <a:off x="6878170" y="2947978"/>
              <a:ext cx="1644039" cy="55614"/>
            </a:xfrm>
            <a:custGeom>
              <a:avLst/>
              <a:gdLst/>
              <a:ahLst/>
              <a:cxnLst/>
              <a:rect l="l" t="t" r="r" b="b"/>
              <a:pathLst>
                <a:path w="17796" h="602" extrusionOk="0">
                  <a:moveTo>
                    <a:pt x="1" y="0"/>
                  </a:moveTo>
                  <a:lnTo>
                    <a:pt x="1" y="602"/>
                  </a:lnTo>
                  <a:lnTo>
                    <a:pt x="17795" y="602"/>
                  </a:lnTo>
                  <a:lnTo>
                    <a:pt x="177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8"/>
            <p:cNvSpPr/>
            <p:nvPr/>
          </p:nvSpPr>
          <p:spPr>
            <a:xfrm>
              <a:off x="6834196" y="2952597"/>
              <a:ext cx="296455" cy="845207"/>
            </a:xfrm>
            <a:custGeom>
              <a:avLst/>
              <a:gdLst/>
              <a:ahLst/>
              <a:cxnLst/>
              <a:rect l="l" t="t" r="r" b="b"/>
              <a:pathLst>
                <a:path w="3209" h="9149" extrusionOk="0">
                  <a:moveTo>
                    <a:pt x="2532" y="1"/>
                  </a:moveTo>
                  <a:lnTo>
                    <a:pt x="1" y="9148"/>
                  </a:lnTo>
                  <a:lnTo>
                    <a:pt x="677" y="9148"/>
                  </a:lnTo>
                  <a:lnTo>
                    <a:pt x="3209" y="151"/>
                  </a:lnTo>
                  <a:lnTo>
                    <a:pt x="25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48"/>
            <p:cNvSpPr/>
            <p:nvPr/>
          </p:nvSpPr>
          <p:spPr>
            <a:xfrm>
              <a:off x="8260494" y="2952597"/>
              <a:ext cx="289527" cy="845207"/>
            </a:xfrm>
            <a:custGeom>
              <a:avLst/>
              <a:gdLst/>
              <a:ahLst/>
              <a:cxnLst/>
              <a:rect l="l" t="t" r="r" b="b"/>
              <a:pathLst>
                <a:path w="3134" h="9149" extrusionOk="0">
                  <a:moveTo>
                    <a:pt x="677" y="1"/>
                  </a:moveTo>
                  <a:lnTo>
                    <a:pt x="0" y="151"/>
                  </a:lnTo>
                  <a:lnTo>
                    <a:pt x="2406" y="9148"/>
                  </a:lnTo>
                  <a:lnTo>
                    <a:pt x="3133" y="9148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8"/>
            <p:cNvSpPr/>
            <p:nvPr/>
          </p:nvSpPr>
          <p:spPr>
            <a:xfrm>
              <a:off x="7014805" y="2387678"/>
              <a:ext cx="703955" cy="465423"/>
            </a:xfrm>
            <a:custGeom>
              <a:avLst/>
              <a:gdLst/>
              <a:ahLst/>
              <a:cxnLst/>
              <a:rect l="l" t="t" r="r" b="b"/>
              <a:pathLst>
                <a:path w="7620" h="5038" extrusionOk="0">
                  <a:moveTo>
                    <a:pt x="351" y="0"/>
                  </a:moveTo>
                  <a:cubicBezTo>
                    <a:pt x="151" y="0"/>
                    <a:pt x="1" y="151"/>
                    <a:pt x="1" y="351"/>
                  </a:cubicBezTo>
                  <a:lnTo>
                    <a:pt x="1" y="4712"/>
                  </a:lnTo>
                  <a:cubicBezTo>
                    <a:pt x="1" y="4887"/>
                    <a:pt x="151" y="5038"/>
                    <a:pt x="351" y="5038"/>
                  </a:cubicBezTo>
                  <a:lnTo>
                    <a:pt x="7269" y="5038"/>
                  </a:lnTo>
                  <a:cubicBezTo>
                    <a:pt x="7469" y="5038"/>
                    <a:pt x="7620" y="4887"/>
                    <a:pt x="7620" y="4712"/>
                  </a:cubicBezTo>
                  <a:lnTo>
                    <a:pt x="7620" y="351"/>
                  </a:lnTo>
                  <a:cubicBezTo>
                    <a:pt x="7620" y="151"/>
                    <a:pt x="7469" y="0"/>
                    <a:pt x="7269" y="0"/>
                  </a:cubicBezTo>
                  <a:close/>
                </a:path>
              </a:pathLst>
            </a:custGeom>
            <a:solidFill>
              <a:srgbClr val="FDED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8"/>
            <p:cNvSpPr/>
            <p:nvPr/>
          </p:nvSpPr>
          <p:spPr>
            <a:xfrm>
              <a:off x="7267194" y="2778918"/>
              <a:ext cx="201486" cy="173771"/>
            </a:xfrm>
            <a:custGeom>
              <a:avLst/>
              <a:gdLst/>
              <a:ahLst/>
              <a:cxnLst/>
              <a:rect l="l" t="t" r="r" b="b"/>
              <a:pathLst>
                <a:path w="2181" h="1881" extrusionOk="0">
                  <a:moveTo>
                    <a:pt x="126" y="1"/>
                  </a:moveTo>
                  <a:lnTo>
                    <a:pt x="0" y="1881"/>
                  </a:lnTo>
                  <a:lnTo>
                    <a:pt x="2181" y="1881"/>
                  </a:lnTo>
                  <a:lnTo>
                    <a:pt x="19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8"/>
            <p:cNvSpPr/>
            <p:nvPr/>
          </p:nvSpPr>
          <p:spPr>
            <a:xfrm>
              <a:off x="7014805" y="2387678"/>
              <a:ext cx="703955" cy="465423"/>
            </a:xfrm>
            <a:custGeom>
              <a:avLst/>
              <a:gdLst/>
              <a:ahLst/>
              <a:cxnLst/>
              <a:rect l="l" t="t" r="r" b="b"/>
              <a:pathLst>
                <a:path w="7620" h="5038" extrusionOk="0">
                  <a:moveTo>
                    <a:pt x="351" y="0"/>
                  </a:moveTo>
                  <a:cubicBezTo>
                    <a:pt x="151" y="0"/>
                    <a:pt x="1" y="151"/>
                    <a:pt x="1" y="351"/>
                  </a:cubicBezTo>
                  <a:lnTo>
                    <a:pt x="1" y="4712"/>
                  </a:lnTo>
                  <a:cubicBezTo>
                    <a:pt x="1" y="4887"/>
                    <a:pt x="151" y="5038"/>
                    <a:pt x="351" y="5038"/>
                  </a:cubicBezTo>
                  <a:lnTo>
                    <a:pt x="7269" y="5038"/>
                  </a:lnTo>
                  <a:cubicBezTo>
                    <a:pt x="7469" y="5038"/>
                    <a:pt x="7620" y="4887"/>
                    <a:pt x="7620" y="4712"/>
                  </a:cubicBezTo>
                  <a:lnTo>
                    <a:pt x="7620" y="351"/>
                  </a:lnTo>
                  <a:cubicBezTo>
                    <a:pt x="7620" y="151"/>
                    <a:pt x="7469" y="0"/>
                    <a:pt x="7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8"/>
            <p:cNvSpPr/>
            <p:nvPr/>
          </p:nvSpPr>
          <p:spPr>
            <a:xfrm>
              <a:off x="7014805" y="2776608"/>
              <a:ext cx="703955" cy="76493"/>
            </a:xfrm>
            <a:custGeom>
              <a:avLst/>
              <a:gdLst/>
              <a:ahLst/>
              <a:cxnLst/>
              <a:rect l="l" t="t" r="r" b="b"/>
              <a:pathLst>
                <a:path w="7620" h="828" extrusionOk="0">
                  <a:moveTo>
                    <a:pt x="1" y="1"/>
                  </a:moveTo>
                  <a:lnTo>
                    <a:pt x="1" y="502"/>
                  </a:lnTo>
                  <a:cubicBezTo>
                    <a:pt x="1" y="677"/>
                    <a:pt x="151" y="828"/>
                    <a:pt x="351" y="828"/>
                  </a:cubicBezTo>
                  <a:lnTo>
                    <a:pt x="7269" y="828"/>
                  </a:lnTo>
                  <a:cubicBezTo>
                    <a:pt x="7469" y="828"/>
                    <a:pt x="7620" y="677"/>
                    <a:pt x="7620" y="502"/>
                  </a:cubicBezTo>
                  <a:lnTo>
                    <a:pt x="76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8"/>
            <p:cNvSpPr/>
            <p:nvPr/>
          </p:nvSpPr>
          <p:spPr>
            <a:xfrm>
              <a:off x="7169915" y="2927099"/>
              <a:ext cx="386806" cy="25590"/>
            </a:xfrm>
            <a:custGeom>
              <a:avLst/>
              <a:gdLst/>
              <a:ahLst/>
              <a:cxnLst/>
              <a:rect l="l" t="t" r="r" b="b"/>
              <a:pathLst>
                <a:path w="4187" h="277" extrusionOk="0">
                  <a:moveTo>
                    <a:pt x="1" y="1"/>
                  </a:moveTo>
                  <a:lnTo>
                    <a:pt x="1" y="277"/>
                  </a:lnTo>
                  <a:lnTo>
                    <a:pt x="4186" y="277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F6E0621-60F8-73F3-F0A3-CC118974E3EF}"/>
              </a:ext>
            </a:extLst>
          </p:cNvPr>
          <p:cNvSpPr txBox="1"/>
          <p:nvPr/>
        </p:nvSpPr>
        <p:spPr>
          <a:xfrm>
            <a:off x="423803" y="640850"/>
            <a:ext cx="38645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tx1"/>
                </a:solidFill>
                <a:latin typeface="Barlow Semi Condensed" panose="00000506000000000000" pitchFamily="2" charset="0"/>
              </a:rPr>
              <a:t>Source: NYC Open Data Payroll Dataset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OVERVIEW</a:t>
            </a:r>
            <a:endParaRPr dirty="0"/>
          </a:p>
        </p:txBody>
      </p:sp>
      <p:sp>
        <p:nvSpPr>
          <p:cNvPr id="1652" name="Google Shape;1652;p37"/>
          <p:cNvSpPr txBox="1">
            <a:spLocks noGrp="1"/>
          </p:cNvSpPr>
          <p:nvPr>
            <p:ph type="subTitle" idx="1"/>
          </p:nvPr>
        </p:nvSpPr>
        <p:spPr>
          <a:xfrm>
            <a:off x="797527" y="1120880"/>
            <a:ext cx="3623449" cy="3904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GB" b="1" dirty="0"/>
          </a:p>
          <a:p>
            <a:pPr marL="139700" indent="0">
              <a:buNone/>
            </a:pPr>
            <a:r>
              <a:rPr lang="en-GB" sz="2400" b="1" dirty="0"/>
              <a:t>      Important Fields</a:t>
            </a:r>
          </a:p>
          <a:p>
            <a:r>
              <a:rPr lang="en-GB" sz="2000" dirty="0"/>
              <a:t>Fiscal Year </a:t>
            </a:r>
          </a:p>
          <a:p>
            <a:r>
              <a:rPr lang="en-GB" sz="2000" dirty="0"/>
              <a:t>Employee Name </a:t>
            </a:r>
          </a:p>
          <a:p>
            <a:r>
              <a:rPr lang="en-GB" sz="2000" dirty="0"/>
              <a:t>Agency Name </a:t>
            </a:r>
          </a:p>
          <a:p>
            <a:r>
              <a:rPr lang="en-GB" sz="2000" dirty="0"/>
              <a:t>Title Description </a:t>
            </a:r>
          </a:p>
          <a:p>
            <a:r>
              <a:rPr lang="en-GB" sz="2000" dirty="0"/>
              <a:t>Base Salary</a:t>
            </a:r>
          </a:p>
          <a:p>
            <a:r>
              <a:rPr lang="en-GB" sz="2000" dirty="0"/>
              <a:t>Overtime Hours </a:t>
            </a:r>
          </a:p>
          <a:p>
            <a:r>
              <a:rPr lang="en-GB" sz="2000" dirty="0"/>
              <a:t>Overtime Pay </a:t>
            </a:r>
          </a:p>
          <a:p>
            <a:r>
              <a:rPr lang="en-GB" sz="2000" dirty="0"/>
              <a:t>Work Location Borough</a:t>
            </a:r>
            <a:endParaRPr lang="en-GB" dirty="0"/>
          </a:p>
        </p:txBody>
      </p:sp>
      <p:grpSp>
        <p:nvGrpSpPr>
          <p:cNvPr id="1656" name="Google Shape;1656;p37"/>
          <p:cNvGrpSpPr/>
          <p:nvPr/>
        </p:nvGrpSpPr>
        <p:grpSpPr>
          <a:xfrm>
            <a:off x="4814913" y="1649705"/>
            <a:ext cx="3329249" cy="2609041"/>
            <a:chOff x="5306450" y="1437175"/>
            <a:chExt cx="3329249" cy="2609041"/>
          </a:xfrm>
        </p:grpSpPr>
        <p:sp>
          <p:nvSpPr>
            <p:cNvPr id="1657" name="Google Shape;1657;p37"/>
            <p:cNvSpPr/>
            <p:nvPr/>
          </p:nvSpPr>
          <p:spPr>
            <a:xfrm>
              <a:off x="7857393" y="3731090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01" y="0"/>
                  </a:moveTo>
                  <a:lnTo>
                    <a:pt x="0" y="176"/>
                  </a:lnTo>
                  <a:lnTo>
                    <a:pt x="451" y="903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7"/>
            <p:cNvSpPr/>
            <p:nvPr/>
          </p:nvSpPr>
          <p:spPr>
            <a:xfrm>
              <a:off x="7794906" y="3630171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01" y="1"/>
                  </a:moveTo>
                  <a:lnTo>
                    <a:pt x="1" y="176"/>
                  </a:lnTo>
                  <a:lnTo>
                    <a:pt x="427" y="903"/>
                  </a:lnTo>
                  <a:lnTo>
                    <a:pt x="753" y="70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7"/>
            <p:cNvSpPr/>
            <p:nvPr/>
          </p:nvSpPr>
          <p:spPr>
            <a:xfrm>
              <a:off x="7732515" y="3529348"/>
              <a:ext cx="72070" cy="86544"/>
            </a:xfrm>
            <a:custGeom>
              <a:avLst/>
              <a:gdLst/>
              <a:ahLst/>
              <a:cxnLst/>
              <a:rect l="l" t="t" r="r" b="b"/>
              <a:pathLst>
                <a:path w="752" h="903" extrusionOk="0">
                  <a:moveTo>
                    <a:pt x="301" y="0"/>
                  </a:moveTo>
                  <a:lnTo>
                    <a:pt x="0" y="201"/>
                  </a:lnTo>
                  <a:lnTo>
                    <a:pt x="426" y="902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7"/>
            <p:cNvSpPr/>
            <p:nvPr/>
          </p:nvSpPr>
          <p:spPr>
            <a:xfrm>
              <a:off x="7667632" y="3428429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26" y="0"/>
                  </a:moveTo>
                  <a:lnTo>
                    <a:pt x="0" y="201"/>
                  </a:lnTo>
                  <a:lnTo>
                    <a:pt x="451" y="903"/>
                  </a:lnTo>
                  <a:lnTo>
                    <a:pt x="752" y="702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7"/>
            <p:cNvSpPr/>
            <p:nvPr/>
          </p:nvSpPr>
          <p:spPr>
            <a:xfrm>
              <a:off x="7605145" y="3327510"/>
              <a:ext cx="72166" cy="86639"/>
            </a:xfrm>
            <a:custGeom>
              <a:avLst/>
              <a:gdLst/>
              <a:ahLst/>
              <a:cxnLst/>
              <a:rect l="l" t="t" r="r" b="b"/>
              <a:pathLst>
                <a:path w="753" h="904" extrusionOk="0">
                  <a:moveTo>
                    <a:pt x="327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3" y="703"/>
                  </a:lnTo>
                  <a:lnTo>
                    <a:pt x="327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7"/>
            <p:cNvSpPr/>
            <p:nvPr/>
          </p:nvSpPr>
          <p:spPr>
            <a:xfrm>
              <a:off x="7542754" y="3226687"/>
              <a:ext cx="72070" cy="86544"/>
            </a:xfrm>
            <a:custGeom>
              <a:avLst/>
              <a:gdLst/>
              <a:ahLst/>
              <a:cxnLst/>
              <a:rect l="l" t="t" r="r" b="b"/>
              <a:pathLst>
                <a:path w="752" h="903" extrusionOk="0">
                  <a:moveTo>
                    <a:pt x="301" y="0"/>
                  </a:moveTo>
                  <a:lnTo>
                    <a:pt x="0" y="201"/>
                  </a:lnTo>
                  <a:lnTo>
                    <a:pt x="451" y="902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7"/>
            <p:cNvSpPr/>
            <p:nvPr/>
          </p:nvSpPr>
          <p:spPr>
            <a:xfrm>
              <a:off x="7480267" y="3125768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01" y="1"/>
                  </a:moveTo>
                  <a:lnTo>
                    <a:pt x="0" y="201"/>
                  </a:lnTo>
                  <a:lnTo>
                    <a:pt x="427" y="903"/>
                  </a:lnTo>
                  <a:lnTo>
                    <a:pt x="752" y="70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7"/>
            <p:cNvSpPr/>
            <p:nvPr/>
          </p:nvSpPr>
          <p:spPr>
            <a:xfrm>
              <a:off x="7417780" y="3024850"/>
              <a:ext cx="72166" cy="86639"/>
            </a:xfrm>
            <a:custGeom>
              <a:avLst/>
              <a:gdLst/>
              <a:ahLst/>
              <a:cxnLst/>
              <a:rect l="l" t="t" r="r" b="b"/>
              <a:pathLst>
                <a:path w="753" h="904" extrusionOk="0">
                  <a:moveTo>
                    <a:pt x="302" y="1"/>
                  </a:moveTo>
                  <a:lnTo>
                    <a:pt x="1" y="201"/>
                  </a:lnTo>
                  <a:lnTo>
                    <a:pt x="427" y="903"/>
                  </a:lnTo>
                  <a:lnTo>
                    <a:pt x="753" y="7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7"/>
            <p:cNvSpPr/>
            <p:nvPr/>
          </p:nvSpPr>
          <p:spPr>
            <a:xfrm>
              <a:off x="7352993" y="2924027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26" y="0"/>
                  </a:moveTo>
                  <a:lnTo>
                    <a:pt x="0" y="201"/>
                  </a:lnTo>
                  <a:lnTo>
                    <a:pt x="451" y="902"/>
                  </a:lnTo>
                  <a:lnTo>
                    <a:pt x="752" y="702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7"/>
            <p:cNvSpPr/>
            <p:nvPr/>
          </p:nvSpPr>
          <p:spPr>
            <a:xfrm>
              <a:off x="7290506" y="2823108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26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2" y="702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7"/>
            <p:cNvSpPr/>
            <p:nvPr/>
          </p:nvSpPr>
          <p:spPr>
            <a:xfrm>
              <a:off x="7228019" y="2722189"/>
              <a:ext cx="72166" cy="86639"/>
            </a:xfrm>
            <a:custGeom>
              <a:avLst/>
              <a:gdLst/>
              <a:ahLst/>
              <a:cxnLst/>
              <a:rect l="l" t="t" r="r" b="b"/>
              <a:pathLst>
                <a:path w="753" h="904" extrusionOk="0">
                  <a:moveTo>
                    <a:pt x="302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3" y="7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7"/>
            <p:cNvSpPr/>
            <p:nvPr/>
          </p:nvSpPr>
          <p:spPr>
            <a:xfrm>
              <a:off x="7165628" y="2621366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01" y="0"/>
                  </a:moveTo>
                  <a:lnTo>
                    <a:pt x="0" y="201"/>
                  </a:lnTo>
                  <a:lnTo>
                    <a:pt x="426" y="903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7"/>
            <p:cNvSpPr/>
            <p:nvPr/>
          </p:nvSpPr>
          <p:spPr>
            <a:xfrm>
              <a:off x="7103141" y="2520447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01" y="1"/>
                  </a:moveTo>
                  <a:lnTo>
                    <a:pt x="1" y="201"/>
                  </a:lnTo>
                  <a:lnTo>
                    <a:pt x="427" y="903"/>
                  </a:lnTo>
                  <a:lnTo>
                    <a:pt x="752" y="70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7"/>
            <p:cNvSpPr/>
            <p:nvPr/>
          </p:nvSpPr>
          <p:spPr>
            <a:xfrm>
              <a:off x="7040654" y="2419624"/>
              <a:ext cx="69770" cy="86544"/>
            </a:xfrm>
            <a:custGeom>
              <a:avLst/>
              <a:gdLst/>
              <a:ahLst/>
              <a:cxnLst/>
              <a:rect l="l" t="t" r="r" b="b"/>
              <a:pathLst>
                <a:path w="728" h="903" extrusionOk="0">
                  <a:moveTo>
                    <a:pt x="302" y="0"/>
                  </a:moveTo>
                  <a:lnTo>
                    <a:pt x="1" y="201"/>
                  </a:lnTo>
                  <a:lnTo>
                    <a:pt x="427" y="902"/>
                  </a:lnTo>
                  <a:lnTo>
                    <a:pt x="728" y="7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7"/>
            <p:cNvSpPr/>
            <p:nvPr/>
          </p:nvSpPr>
          <p:spPr>
            <a:xfrm>
              <a:off x="6975867" y="2318705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26" y="0"/>
                  </a:moveTo>
                  <a:lnTo>
                    <a:pt x="0" y="201"/>
                  </a:lnTo>
                  <a:lnTo>
                    <a:pt x="451" y="903"/>
                  </a:lnTo>
                  <a:lnTo>
                    <a:pt x="752" y="702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7"/>
            <p:cNvSpPr/>
            <p:nvPr/>
          </p:nvSpPr>
          <p:spPr>
            <a:xfrm>
              <a:off x="6913380" y="2217787"/>
              <a:ext cx="72166" cy="86639"/>
            </a:xfrm>
            <a:custGeom>
              <a:avLst/>
              <a:gdLst/>
              <a:ahLst/>
              <a:cxnLst/>
              <a:rect l="l" t="t" r="r" b="b"/>
              <a:pathLst>
                <a:path w="753" h="904" extrusionOk="0">
                  <a:moveTo>
                    <a:pt x="326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3" y="703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7"/>
            <p:cNvSpPr/>
            <p:nvPr/>
          </p:nvSpPr>
          <p:spPr>
            <a:xfrm>
              <a:off x="6850989" y="2116964"/>
              <a:ext cx="72070" cy="86544"/>
            </a:xfrm>
            <a:custGeom>
              <a:avLst/>
              <a:gdLst/>
              <a:ahLst/>
              <a:cxnLst/>
              <a:rect l="l" t="t" r="r" b="b"/>
              <a:pathLst>
                <a:path w="752" h="903" extrusionOk="0">
                  <a:moveTo>
                    <a:pt x="301" y="0"/>
                  </a:moveTo>
                  <a:lnTo>
                    <a:pt x="0" y="201"/>
                  </a:lnTo>
                  <a:lnTo>
                    <a:pt x="451" y="902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7"/>
            <p:cNvSpPr/>
            <p:nvPr/>
          </p:nvSpPr>
          <p:spPr>
            <a:xfrm>
              <a:off x="6788502" y="2016045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01" y="0"/>
                  </a:moveTo>
                  <a:lnTo>
                    <a:pt x="0" y="201"/>
                  </a:lnTo>
                  <a:lnTo>
                    <a:pt x="426" y="903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7"/>
            <p:cNvSpPr/>
            <p:nvPr/>
          </p:nvSpPr>
          <p:spPr>
            <a:xfrm>
              <a:off x="6726015" y="1915126"/>
              <a:ext cx="72166" cy="86639"/>
            </a:xfrm>
            <a:custGeom>
              <a:avLst/>
              <a:gdLst/>
              <a:ahLst/>
              <a:cxnLst/>
              <a:rect l="l" t="t" r="r" b="b"/>
              <a:pathLst>
                <a:path w="753" h="904" extrusionOk="0">
                  <a:moveTo>
                    <a:pt x="302" y="1"/>
                  </a:moveTo>
                  <a:lnTo>
                    <a:pt x="1" y="201"/>
                  </a:lnTo>
                  <a:lnTo>
                    <a:pt x="427" y="903"/>
                  </a:lnTo>
                  <a:lnTo>
                    <a:pt x="753" y="7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7"/>
            <p:cNvSpPr/>
            <p:nvPr/>
          </p:nvSpPr>
          <p:spPr>
            <a:xfrm>
              <a:off x="5611505" y="1437175"/>
              <a:ext cx="2846470" cy="2394850"/>
            </a:xfrm>
            <a:custGeom>
              <a:avLst/>
              <a:gdLst/>
              <a:ahLst/>
              <a:cxnLst/>
              <a:rect l="l" t="t" r="r" b="b"/>
              <a:pathLst>
                <a:path w="29701" h="24988" extrusionOk="0">
                  <a:moveTo>
                    <a:pt x="14863" y="0"/>
                  </a:moveTo>
                  <a:lnTo>
                    <a:pt x="1" y="24988"/>
                  </a:lnTo>
                  <a:lnTo>
                    <a:pt x="29700" y="24988"/>
                  </a:lnTo>
                  <a:lnTo>
                    <a:pt x="148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7"/>
            <p:cNvSpPr/>
            <p:nvPr/>
          </p:nvSpPr>
          <p:spPr>
            <a:xfrm>
              <a:off x="5611505" y="3137748"/>
              <a:ext cx="2846470" cy="694265"/>
            </a:xfrm>
            <a:custGeom>
              <a:avLst/>
              <a:gdLst/>
              <a:ahLst/>
              <a:cxnLst/>
              <a:rect l="l" t="t" r="r" b="b"/>
              <a:pathLst>
                <a:path w="29701" h="7244" extrusionOk="0">
                  <a:moveTo>
                    <a:pt x="4311" y="1"/>
                  </a:moveTo>
                  <a:lnTo>
                    <a:pt x="1" y="7244"/>
                  </a:lnTo>
                  <a:lnTo>
                    <a:pt x="29700" y="7244"/>
                  </a:lnTo>
                  <a:lnTo>
                    <a:pt x="253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7"/>
            <p:cNvSpPr/>
            <p:nvPr/>
          </p:nvSpPr>
          <p:spPr>
            <a:xfrm>
              <a:off x="6420960" y="1437175"/>
              <a:ext cx="1229883" cy="1035360"/>
            </a:xfrm>
            <a:custGeom>
              <a:avLst/>
              <a:gdLst/>
              <a:ahLst/>
              <a:cxnLst/>
              <a:rect l="l" t="t" r="r" b="b"/>
              <a:pathLst>
                <a:path w="12833" h="10803" extrusionOk="0">
                  <a:moveTo>
                    <a:pt x="6417" y="0"/>
                  </a:moveTo>
                  <a:lnTo>
                    <a:pt x="1" y="10802"/>
                  </a:lnTo>
                  <a:lnTo>
                    <a:pt x="12833" y="10802"/>
                  </a:lnTo>
                  <a:lnTo>
                    <a:pt x="64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7"/>
            <p:cNvSpPr/>
            <p:nvPr/>
          </p:nvSpPr>
          <p:spPr>
            <a:xfrm>
              <a:off x="6420960" y="2102492"/>
              <a:ext cx="1229883" cy="370038"/>
            </a:xfrm>
            <a:custGeom>
              <a:avLst/>
              <a:gdLst/>
              <a:ahLst/>
              <a:cxnLst/>
              <a:rect l="l" t="t" r="r" b="b"/>
              <a:pathLst>
                <a:path w="12833" h="3861" extrusionOk="0">
                  <a:moveTo>
                    <a:pt x="2281" y="1"/>
                  </a:moveTo>
                  <a:lnTo>
                    <a:pt x="1" y="3860"/>
                  </a:lnTo>
                  <a:lnTo>
                    <a:pt x="12833" y="3860"/>
                  </a:lnTo>
                  <a:lnTo>
                    <a:pt x="105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7"/>
            <p:cNvSpPr/>
            <p:nvPr/>
          </p:nvSpPr>
          <p:spPr>
            <a:xfrm>
              <a:off x="7569110" y="1915126"/>
              <a:ext cx="161007" cy="158615"/>
            </a:xfrm>
            <a:custGeom>
              <a:avLst/>
              <a:gdLst/>
              <a:ahLst/>
              <a:cxnLst/>
              <a:rect l="l" t="t" r="r" b="b"/>
              <a:pathLst>
                <a:path w="1680" h="1655" extrusionOk="0">
                  <a:moveTo>
                    <a:pt x="302" y="1"/>
                  </a:moveTo>
                  <a:lnTo>
                    <a:pt x="1" y="277"/>
                  </a:lnTo>
                  <a:lnTo>
                    <a:pt x="1379" y="1655"/>
                  </a:lnTo>
                  <a:lnTo>
                    <a:pt x="1680" y="1354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7"/>
            <p:cNvSpPr/>
            <p:nvPr/>
          </p:nvSpPr>
          <p:spPr>
            <a:xfrm>
              <a:off x="7571506" y="1915126"/>
              <a:ext cx="156215" cy="158615"/>
            </a:xfrm>
            <a:custGeom>
              <a:avLst/>
              <a:gdLst/>
              <a:ahLst/>
              <a:cxnLst/>
              <a:rect l="l" t="t" r="r" b="b"/>
              <a:pathLst>
                <a:path w="1630" h="1655" extrusionOk="0">
                  <a:moveTo>
                    <a:pt x="1354" y="1"/>
                  </a:moveTo>
                  <a:lnTo>
                    <a:pt x="1" y="1354"/>
                  </a:lnTo>
                  <a:lnTo>
                    <a:pt x="277" y="1655"/>
                  </a:lnTo>
                  <a:lnTo>
                    <a:pt x="1630" y="277"/>
                  </a:lnTo>
                  <a:lnTo>
                    <a:pt x="13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7"/>
            <p:cNvSpPr/>
            <p:nvPr/>
          </p:nvSpPr>
          <p:spPr>
            <a:xfrm>
              <a:off x="5882921" y="2025629"/>
              <a:ext cx="187458" cy="187463"/>
            </a:xfrm>
            <a:custGeom>
              <a:avLst/>
              <a:gdLst/>
              <a:ahLst/>
              <a:cxnLst/>
              <a:rect l="l" t="t" r="r" b="b"/>
              <a:pathLst>
                <a:path w="1956" h="1956" extrusionOk="0">
                  <a:moveTo>
                    <a:pt x="978" y="427"/>
                  </a:moveTo>
                  <a:cubicBezTo>
                    <a:pt x="1279" y="427"/>
                    <a:pt x="1530" y="677"/>
                    <a:pt x="1530" y="978"/>
                  </a:cubicBezTo>
                  <a:cubicBezTo>
                    <a:pt x="1530" y="1279"/>
                    <a:pt x="1279" y="1530"/>
                    <a:pt x="978" y="1530"/>
                  </a:cubicBezTo>
                  <a:cubicBezTo>
                    <a:pt x="652" y="1530"/>
                    <a:pt x="402" y="1279"/>
                    <a:pt x="402" y="978"/>
                  </a:cubicBezTo>
                  <a:cubicBezTo>
                    <a:pt x="402" y="677"/>
                    <a:pt x="652" y="427"/>
                    <a:pt x="978" y="427"/>
                  </a:cubicBezTo>
                  <a:close/>
                  <a:moveTo>
                    <a:pt x="978" y="1"/>
                  </a:moveTo>
                  <a:cubicBezTo>
                    <a:pt x="427" y="1"/>
                    <a:pt x="1" y="452"/>
                    <a:pt x="1" y="978"/>
                  </a:cubicBezTo>
                  <a:cubicBezTo>
                    <a:pt x="1" y="1505"/>
                    <a:pt x="427" y="1956"/>
                    <a:pt x="978" y="1956"/>
                  </a:cubicBezTo>
                  <a:cubicBezTo>
                    <a:pt x="1504" y="1956"/>
                    <a:pt x="1956" y="1505"/>
                    <a:pt x="1956" y="978"/>
                  </a:cubicBezTo>
                  <a:cubicBezTo>
                    <a:pt x="1956" y="452"/>
                    <a:pt x="1504" y="1"/>
                    <a:pt x="978" y="1"/>
                  </a:cubicBezTo>
                  <a:close/>
                </a:path>
              </a:pathLst>
            </a:custGeom>
            <a:solidFill>
              <a:srgbClr val="6186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7"/>
            <p:cNvSpPr/>
            <p:nvPr/>
          </p:nvSpPr>
          <p:spPr>
            <a:xfrm>
              <a:off x="5882921" y="2025629"/>
              <a:ext cx="187458" cy="187463"/>
            </a:xfrm>
            <a:custGeom>
              <a:avLst/>
              <a:gdLst/>
              <a:ahLst/>
              <a:cxnLst/>
              <a:rect l="l" t="t" r="r" b="b"/>
              <a:pathLst>
                <a:path w="1956" h="1956" extrusionOk="0">
                  <a:moveTo>
                    <a:pt x="978" y="427"/>
                  </a:moveTo>
                  <a:cubicBezTo>
                    <a:pt x="1279" y="427"/>
                    <a:pt x="1530" y="677"/>
                    <a:pt x="1530" y="978"/>
                  </a:cubicBezTo>
                  <a:cubicBezTo>
                    <a:pt x="1530" y="1279"/>
                    <a:pt x="1279" y="1530"/>
                    <a:pt x="978" y="1530"/>
                  </a:cubicBezTo>
                  <a:cubicBezTo>
                    <a:pt x="652" y="1530"/>
                    <a:pt x="402" y="1279"/>
                    <a:pt x="402" y="978"/>
                  </a:cubicBezTo>
                  <a:cubicBezTo>
                    <a:pt x="402" y="677"/>
                    <a:pt x="652" y="427"/>
                    <a:pt x="978" y="427"/>
                  </a:cubicBezTo>
                  <a:close/>
                  <a:moveTo>
                    <a:pt x="978" y="1"/>
                  </a:moveTo>
                  <a:cubicBezTo>
                    <a:pt x="427" y="1"/>
                    <a:pt x="1" y="452"/>
                    <a:pt x="1" y="978"/>
                  </a:cubicBezTo>
                  <a:cubicBezTo>
                    <a:pt x="1" y="1505"/>
                    <a:pt x="427" y="1956"/>
                    <a:pt x="978" y="1956"/>
                  </a:cubicBezTo>
                  <a:cubicBezTo>
                    <a:pt x="1504" y="1956"/>
                    <a:pt x="1956" y="1505"/>
                    <a:pt x="1956" y="978"/>
                  </a:cubicBezTo>
                  <a:cubicBezTo>
                    <a:pt x="1956" y="452"/>
                    <a:pt x="1504" y="1"/>
                    <a:pt x="9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7"/>
            <p:cNvSpPr/>
            <p:nvPr/>
          </p:nvSpPr>
          <p:spPr>
            <a:xfrm>
              <a:off x="8371377" y="2539711"/>
              <a:ext cx="36131" cy="52904"/>
            </a:xfrm>
            <a:custGeom>
              <a:avLst/>
              <a:gdLst/>
              <a:ahLst/>
              <a:cxnLst/>
              <a:rect l="l" t="t" r="r" b="b"/>
              <a:pathLst>
                <a:path w="377" h="552" extrusionOk="0">
                  <a:moveTo>
                    <a:pt x="1" y="0"/>
                  </a:moveTo>
                  <a:lnTo>
                    <a:pt x="1" y="552"/>
                  </a:lnTo>
                  <a:lnTo>
                    <a:pt x="377" y="55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7"/>
            <p:cNvSpPr/>
            <p:nvPr/>
          </p:nvSpPr>
          <p:spPr>
            <a:xfrm>
              <a:off x="8371377" y="2616574"/>
              <a:ext cx="36131" cy="52904"/>
            </a:xfrm>
            <a:custGeom>
              <a:avLst/>
              <a:gdLst/>
              <a:ahLst/>
              <a:cxnLst/>
              <a:rect l="l" t="t" r="r" b="b"/>
              <a:pathLst>
                <a:path w="377" h="552" extrusionOk="0">
                  <a:moveTo>
                    <a:pt x="1" y="0"/>
                  </a:moveTo>
                  <a:lnTo>
                    <a:pt x="1" y="552"/>
                  </a:lnTo>
                  <a:lnTo>
                    <a:pt x="377" y="55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7"/>
            <p:cNvSpPr/>
            <p:nvPr/>
          </p:nvSpPr>
          <p:spPr>
            <a:xfrm>
              <a:off x="8371377" y="2693437"/>
              <a:ext cx="36131" cy="52904"/>
            </a:xfrm>
            <a:custGeom>
              <a:avLst/>
              <a:gdLst/>
              <a:ahLst/>
              <a:cxnLst/>
              <a:rect l="l" t="t" r="r" b="b"/>
              <a:pathLst>
                <a:path w="377" h="552" extrusionOk="0">
                  <a:moveTo>
                    <a:pt x="1" y="0"/>
                  </a:moveTo>
                  <a:lnTo>
                    <a:pt x="1" y="552"/>
                  </a:lnTo>
                  <a:lnTo>
                    <a:pt x="377" y="55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7"/>
            <p:cNvSpPr/>
            <p:nvPr/>
          </p:nvSpPr>
          <p:spPr>
            <a:xfrm>
              <a:off x="8371377" y="2770300"/>
              <a:ext cx="36131" cy="50508"/>
            </a:xfrm>
            <a:custGeom>
              <a:avLst/>
              <a:gdLst/>
              <a:ahLst/>
              <a:cxnLst/>
              <a:rect l="l" t="t" r="r" b="b"/>
              <a:pathLst>
                <a:path w="377" h="527" extrusionOk="0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7"/>
            <p:cNvSpPr/>
            <p:nvPr/>
          </p:nvSpPr>
          <p:spPr>
            <a:xfrm>
              <a:off x="8371377" y="2847163"/>
              <a:ext cx="36131" cy="50508"/>
            </a:xfrm>
            <a:custGeom>
              <a:avLst/>
              <a:gdLst/>
              <a:ahLst/>
              <a:cxnLst/>
              <a:rect l="l" t="t" r="r" b="b"/>
              <a:pathLst>
                <a:path w="377" h="527" extrusionOk="0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7"/>
            <p:cNvSpPr/>
            <p:nvPr/>
          </p:nvSpPr>
          <p:spPr>
            <a:xfrm>
              <a:off x="8371377" y="2924027"/>
              <a:ext cx="36131" cy="50508"/>
            </a:xfrm>
            <a:custGeom>
              <a:avLst/>
              <a:gdLst/>
              <a:ahLst/>
              <a:cxnLst/>
              <a:rect l="l" t="t" r="r" b="b"/>
              <a:pathLst>
                <a:path w="377" h="527" extrusionOk="0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7"/>
            <p:cNvSpPr/>
            <p:nvPr/>
          </p:nvSpPr>
          <p:spPr>
            <a:xfrm>
              <a:off x="8371377" y="3000890"/>
              <a:ext cx="36131" cy="50508"/>
            </a:xfrm>
            <a:custGeom>
              <a:avLst/>
              <a:gdLst/>
              <a:ahLst/>
              <a:cxnLst/>
              <a:rect l="l" t="t" r="r" b="b"/>
              <a:pathLst>
                <a:path w="377" h="527" extrusionOk="0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7"/>
            <p:cNvSpPr/>
            <p:nvPr/>
          </p:nvSpPr>
          <p:spPr>
            <a:xfrm>
              <a:off x="7297694" y="2743849"/>
              <a:ext cx="795164" cy="129767"/>
            </a:xfrm>
            <a:custGeom>
              <a:avLst/>
              <a:gdLst/>
              <a:ahLst/>
              <a:cxnLst/>
              <a:rect l="l" t="t" r="r" b="b"/>
              <a:pathLst>
                <a:path w="8297" h="1354" extrusionOk="0">
                  <a:moveTo>
                    <a:pt x="176" y="1"/>
                  </a:moveTo>
                  <a:lnTo>
                    <a:pt x="1" y="176"/>
                  </a:lnTo>
                  <a:lnTo>
                    <a:pt x="677" y="928"/>
                  </a:lnTo>
                  <a:cubicBezTo>
                    <a:pt x="826" y="1117"/>
                    <a:pt x="1047" y="1211"/>
                    <a:pt x="1270" y="1211"/>
                  </a:cubicBezTo>
                  <a:cubicBezTo>
                    <a:pt x="1462" y="1211"/>
                    <a:pt x="1655" y="1142"/>
                    <a:pt x="1805" y="1003"/>
                  </a:cubicBezTo>
                  <a:lnTo>
                    <a:pt x="2407" y="477"/>
                  </a:lnTo>
                  <a:cubicBezTo>
                    <a:pt x="2532" y="376"/>
                    <a:pt x="2682" y="326"/>
                    <a:pt x="2833" y="326"/>
                  </a:cubicBezTo>
                  <a:cubicBezTo>
                    <a:pt x="2983" y="351"/>
                    <a:pt x="3108" y="402"/>
                    <a:pt x="3209" y="527"/>
                  </a:cubicBezTo>
                  <a:lnTo>
                    <a:pt x="3660" y="1028"/>
                  </a:lnTo>
                  <a:cubicBezTo>
                    <a:pt x="3785" y="1204"/>
                    <a:pt x="3986" y="1304"/>
                    <a:pt x="4211" y="1304"/>
                  </a:cubicBezTo>
                  <a:cubicBezTo>
                    <a:pt x="4237" y="1307"/>
                    <a:pt x="4263" y="1309"/>
                    <a:pt x="4289" y="1309"/>
                  </a:cubicBezTo>
                  <a:cubicBezTo>
                    <a:pt x="4468" y="1309"/>
                    <a:pt x="4656" y="1235"/>
                    <a:pt x="4788" y="1103"/>
                  </a:cubicBezTo>
                  <a:lnTo>
                    <a:pt x="5339" y="627"/>
                  </a:lnTo>
                  <a:cubicBezTo>
                    <a:pt x="5423" y="523"/>
                    <a:pt x="5541" y="470"/>
                    <a:pt x="5680" y="470"/>
                  </a:cubicBezTo>
                  <a:cubicBezTo>
                    <a:pt x="5707" y="470"/>
                    <a:pt x="5736" y="473"/>
                    <a:pt x="5765" y="477"/>
                  </a:cubicBezTo>
                  <a:cubicBezTo>
                    <a:pt x="5916" y="502"/>
                    <a:pt x="6041" y="577"/>
                    <a:pt x="6141" y="677"/>
                  </a:cubicBezTo>
                  <a:lnTo>
                    <a:pt x="6417" y="1028"/>
                  </a:lnTo>
                  <a:cubicBezTo>
                    <a:pt x="6567" y="1229"/>
                    <a:pt x="6768" y="1329"/>
                    <a:pt x="7018" y="1354"/>
                  </a:cubicBezTo>
                  <a:cubicBezTo>
                    <a:pt x="7244" y="1354"/>
                    <a:pt x="7469" y="1254"/>
                    <a:pt x="7645" y="1078"/>
                  </a:cubicBezTo>
                  <a:lnTo>
                    <a:pt x="8296" y="376"/>
                  </a:lnTo>
                  <a:lnTo>
                    <a:pt x="8121" y="226"/>
                  </a:lnTo>
                  <a:lnTo>
                    <a:pt x="7444" y="928"/>
                  </a:lnTo>
                  <a:cubicBezTo>
                    <a:pt x="7344" y="1053"/>
                    <a:pt x="7194" y="1103"/>
                    <a:pt x="7018" y="1103"/>
                  </a:cubicBezTo>
                  <a:cubicBezTo>
                    <a:pt x="6868" y="1103"/>
                    <a:pt x="6718" y="1028"/>
                    <a:pt x="6617" y="878"/>
                  </a:cubicBezTo>
                  <a:lnTo>
                    <a:pt x="6342" y="527"/>
                  </a:lnTo>
                  <a:cubicBezTo>
                    <a:pt x="6191" y="376"/>
                    <a:pt x="5991" y="251"/>
                    <a:pt x="5765" y="226"/>
                  </a:cubicBezTo>
                  <a:cubicBezTo>
                    <a:pt x="5565" y="226"/>
                    <a:pt x="5339" y="301"/>
                    <a:pt x="5164" y="427"/>
                  </a:cubicBezTo>
                  <a:lnTo>
                    <a:pt x="4637" y="928"/>
                  </a:lnTo>
                  <a:cubicBezTo>
                    <a:pt x="4512" y="1028"/>
                    <a:pt x="4362" y="1078"/>
                    <a:pt x="4211" y="1078"/>
                  </a:cubicBezTo>
                  <a:cubicBezTo>
                    <a:pt x="4061" y="1053"/>
                    <a:pt x="3936" y="1003"/>
                    <a:pt x="3835" y="878"/>
                  </a:cubicBezTo>
                  <a:lnTo>
                    <a:pt x="3384" y="351"/>
                  </a:lnTo>
                  <a:cubicBezTo>
                    <a:pt x="3259" y="201"/>
                    <a:pt x="3058" y="101"/>
                    <a:pt x="2833" y="101"/>
                  </a:cubicBezTo>
                  <a:cubicBezTo>
                    <a:pt x="2807" y="98"/>
                    <a:pt x="2781" y="96"/>
                    <a:pt x="2755" y="96"/>
                  </a:cubicBezTo>
                  <a:cubicBezTo>
                    <a:pt x="2581" y="96"/>
                    <a:pt x="2409" y="167"/>
                    <a:pt x="2256" y="276"/>
                  </a:cubicBezTo>
                  <a:lnTo>
                    <a:pt x="1630" y="828"/>
                  </a:lnTo>
                  <a:cubicBezTo>
                    <a:pt x="1527" y="919"/>
                    <a:pt x="1398" y="964"/>
                    <a:pt x="1269" y="964"/>
                  </a:cubicBezTo>
                  <a:cubicBezTo>
                    <a:pt x="1115" y="964"/>
                    <a:pt x="962" y="900"/>
                    <a:pt x="853" y="777"/>
                  </a:cubicBezTo>
                  <a:lnTo>
                    <a:pt x="1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7"/>
            <p:cNvSpPr/>
            <p:nvPr/>
          </p:nvSpPr>
          <p:spPr>
            <a:xfrm>
              <a:off x="7405800" y="1593298"/>
              <a:ext cx="756733" cy="319531"/>
            </a:xfrm>
            <a:custGeom>
              <a:avLst/>
              <a:gdLst/>
              <a:ahLst/>
              <a:cxnLst/>
              <a:rect l="l" t="t" r="r" b="b"/>
              <a:pathLst>
                <a:path w="7896" h="3334" extrusionOk="0">
                  <a:moveTo>
                    <a:pt x="2256" y="0"/>
                  </a:moveTo>
                  <a:lnTo>
                    <a:pt x="1" y="3083"/>
                  </a:lnTo>
                  <a:lnTo>
                    <a:pt x="326" y="3334"/>
                  </a:lnTo>
                  <a:lnTo>
                    <a:pt x="2457" y="427"/>
                  </a:lnTo>
                  <a:lnTo>
                    <a:pt x="7895" y="427"/>
                  </a:lnTo>
                  <a:lnTo>
                    <a:pt x="7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7"/>
            <p:cNvSpPr/>
            <p:nvPr/>
          </p:nvSpPr>
          <p:spPr>
            <a:xfrm>
              <a:off x="8092774" y="1545282"/>
              <a:ext cx="137048" cy="136955"/>
            </a:xfrm>
            <a:custGeom>
              <a:avLst/>
              <a:gdLst/>
              <a:ahLst/>
              <a:cxnLst/>
              <a:rect l="l" t="t" r="r" b="b"/>
              <a:pathLst>
                <a:path w="1430" h="1429" extrusionOk="0">
                  <a:moveTo>
                    <a:pt x="727" y="0"/>
                  </a:moveTo>
                  <a:cubicBezTo>
                    <a:pt x="326" y="0"/>
                    <a:pt x="0" y="326"/>
                    <a:pt x="0" y="702"/>
                  </a:cubicBezTo>
                  <a:cubicBezTo>
                    <a:pt x="0" y="1103"/>
                    <a:pt x="326" y="1429"/>
                    <a:pt x="727" y="1429"/>
                  </a:cubicBezTo>
                  <a:cubicBezTo>
                    <a:pt x="1128" y="1429"/>
                    <a:pt x="1429" y="1103"/>
                    <a:pt x="1429" y="702"/>
                  </a:cubicBezTo>
                  <a:cubicBezTo>
                    <a:pt x="1429" y="326"/>
                    <a:pt x="1128" y="0"/>
                    <a:pt x="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7"/>
            <p:cNvSpPr/>
            <p:nvPr/>
          </p:nvSpPr>
          <p:spPr>
            <a:xfrm>
              <a:off x="6346493" y="2318705"/>
              <a:ext cx="362841" cy="28944"/>
            </a:xfrm>
            <a:custGeom>
              <a:avLst/>
              <a:gdLst/>
              <a:ahLst/>
              <a:cxnLst/>
              <a:rect l="l" t="t" r="r" b="b"/>
              <a:pathLst>
                <a:path w="3786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785" y="301"/>
                  </a:lnTo>
                  <a:lnTo>
                    <a:pt x="37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7"/>
            <p:cNvSpPr/>
            <p:nvPr/>
          </p:nvSpPr>
          <p:spPr>
            <a:xfrm>
              <a:off x="6488239" y="2227466"/>
              <a:ext cx="199438" cy="26452"/>
            </a:xfrm>
            <a:custGeom>
              <a:avLst/>
              <a:gdLst/>
              <a:ahLst/>
              <a:cxnLst/>
              <a:rect l="l" t="t" r="r" b="b"/>
              <a:pathLst>
                <a:path w="2081" h="276" extrusionOk="0">
                  <a:moveTo>
                    <a:pt x="1" y="0"/>
                  </a:moveTo>
                  <a:lnTo>
                    <a:pt x="1" y="276"/>
                  </a:lnTo>
                  <a:lnTo>
                    <a:pt x="2081" y="276"/>
                  </a:lnTo>
                  <a:lnTo>
                    <a:pt x="20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7"/>
            <p:cNvSpPr/>
            <p:nvPr/>
          </p:nvSpPr>
          <p:spPr>
            <a:xfrm>
              <a:off x="7809378" y="3298758"/>
              <a:ext cx="756637" cy="317135"/>
            </a:xfrm>
            <a:custGeom>
              <a:avLst/>
              <a:gdLst/>
              <a:ahLst/>
              <a:cxnLst/>
              <a:rect l="l" t="t" r="r" b="b"/>
              <a:pathLst>
                <a:path w="7895" h="3309" extrusionOk="0">
                  <a:moveTo>
                    <a:pt x="2256" y="0"/>
                  </a:moveTo>
                  <a:lnTo>
                    <a:pt x="0" y="3083"/>
                  </a:lnTo>
                  <a:lnTo>
                    <a:pt x="326" y="3308"/>
                  </a:lnTo>
                  <a:lnTo>
                    <a:pt x="2456" y="401"/>
                  </a:lnTo>
                  <a:lnTo>
                    <a:pt x="7895" y="401"/>
                  </a:lnTo>
                  <a:lnTo>
                    <a:pt x="7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7"/>
            <p:cNvSpPr/>
            <p:nvPr/>
          </p:nvSpPr>
          <p:spPr>
            <a:xfrm>
              <a:off x="8496351" y="3248251"/>
              <a:ext cx="139348" cy="139447"/>
            </a:xfrm>
            <a:custGeom>
              <a:avLst/>
              <a:gdLst/>
              <a:ahLst/>
              <a:cxnLst/>
              <a:rect l="l" t="t" r="r" b="b"/>
              <a:pathLst>
                <a:path w="1454" h="1455" extrusionOk="0">
                  <a:moveTo>
                    <a:pt x="727" y="1"/>
                  </a:moveTo>
                  <a:cubicBezTo>
                    <a:pt x="326" y="1"/>
                    <a:pt x="0" y="327"/>
                    <a:pt x="0" y="728"/>
                  </a:cubicBezTo>
                  <a:cubicBezTo>
                    <a:pt x="0" y="1129"/>
                    <a:pt x="326" y="1454"/>
                    <a:pt x="727" y="1454"/>
                  </a:cubicBezTo>
                  <a:cubicBezTo>
                    <a:pt x="1128" y="1454"/>
                    <a:pt x="1454" y="1129"/>
                    <a:pt x="1454" y="728"/>
                  </a:cubicBezTo>
                  <a:cubicBezTo>
                    <a:pt x="1454" y="327"/>
                    <a:pt x="1128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98" name="Google Shape;1698;p37"/>
            <p:cNvGrpSpPr/>
            <p:nvPr/>
          </p:nvGrpSpPr>
          <p:grpSpPr>
            <a:xfrm>
              <a:off x="5306450" y="1672557"/>
              <a:ext cx="1426848" cy="2159452"/>
              <a:chOff x="5306450" y="1672557"/>
              <a:chExt cx="1426848" cy="2159452"/>
            </a:xfrm>
          </p:grpSpPr>
          <p:sp>
            <p:nvSpPr>
              <p:cNvPr id="1699" name="Google Shape;1699;p37"/>
              <p:cNvSpPr/>
              <p:nvPr/>
            </p:nvSpPr>
            <p:spPr>
              <a:xfrm>
                <a:off x="6661228" y="1814303"/>
                <a:ext cx="72070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2" h="903" extrusionOk="0">
                    <a:moveTo>
                      <a:pt x="326" y="0"/>
                    </a:moveTo>
                    <a:lnTo>
                      <a:pt x="0" y="201"/>
                    </a:lnTo>
                    <a:lnTo>
                      <a:pt x="451" y="902"/>
                    </a:lnTo>
                    <a:lnTo>
                      <a:pt x="752" y="702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7"/>
              <p:cNvSpPr/>
              <p:nvPr/>
            </p:nvSpPr>
            <p:spPr>
              <a:xfrm>
                <a:off x="6598741" y="1713384"/>
                <a:ext cx="72166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3" extrusionOk="0">
                    <a:moveTo>
                      <a:pt x="326" y="1"/>
                    </a:moveTo>
                    <a:lnTo>
                      <a:pt x="0" y="201"/>
                    </a:lnTo>
                    <a:lnTo>
                      <a:pt x="452" y="903"/>
                    </a:lnTo>
                    <a:lnTo>
                      <a:pt x="752" y="702"/>
                    </a:lnTo>
                    <a:lnTo>
                      <a:pt x="3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7"/>
              <p:cNvSpPr/>
              <p:nvPr/>
            </p:nvSpPr>
            <p:spPr>
              <a:xfrm>
                <a:off x="6531462" y="1672557"/>
                <a:ext cx="72166" cy="8894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28" extrusionOk="0">
                    <a:moveTo>
                      <a:pt x="427" y="1"/>
                    </a:moveTo>
                    <a:lnTo>
                      <a:pt x="1" y="727"/>
                    </a:lnTo>
                    <a:lnTo>
                      <a:pt x="301" y="928"/>
                    </a:lnTo>
                    <a:lnTo>
                      <a:pt x="753" y="201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7"/>
              <p:cNvSpPr/>
              <p:nvPr/>
            </p:nvSpPr>
            <p:spPr>
              <a:xfrm>
                <a:off x="6469071" y="1778267"/>
                <a:ext cx="72070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2" h="903" extrusionOk="0">
                    <a:moveTo>
                      <a:pt x="451" y="0"/>
                    </a:moveTo>
                    <a:lnTo>
                      <a:pt x="0" y="702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5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7"/>
              <p:cNvSpPr/>
              <p:nvPr/>
            </p:nvSpPr>
            <p:spPr>
              <a:xfrm>
                <a:off x="6408980" y="1881486"/>
                <a:ext cx="72166" cy="86639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4" extrusionOk="0">
                    <a:moveTo>
                      <a:pt x="427" y="1"/>
                    </a:moveTo>
                    <a:lnTo>
                      <a:pt x="0" y="728"/>
                    </a:lnTo>
                    <a:lnTo>
                      <a:pt x="301" y="903"/>
                    </a:lnTo>
                    <a:lnTo>
                      <a:pt x="752" y="176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7"/>
              <p:cNvSpPr/>
              <p:nvPr/>
            </p:nvSpPr>
            <p:spPr>
              <a:xfrm>
                <a:off x="6346493" y="1984801"/>
                <a:ext cx="72166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3" extrusionOk="0">
                    <a:moveTo>
                      <a:pt x="452" y="1"/>
                    </a:moveTo>
                    <a:lnTo>
                      <a:pt x="1" y="728"/>
                    </a:lnTo>
                    <a:lnTo>
                      <a:pt x="327" y="903"/>
                    </a:lnTo>
                    <a:lnTo>
                      <a:pt x="753" y="176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7"/>
              <p:cNvSpPr/>
              <p:nvPr/>
            </p:nvSpPr>
            <p:spPr>
              <a:xfrm>
                <a:off x="6286498" y="2088116"/>
                <a:ext cx="72166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3" extrusionOk="0">
                    <a:moveTo>
                      <a:pt x="426" y="0"/>
                    </a:moveTo>
                    <a:lnTo>
                      <a:pt x="0" y="727"/>
                    </a:lnTo>
                    <a:lnTo>
                      <a:pt x="301" y="903"/>
                    </a:lnTo>
                    <a:lnTo>
                      <a:pt x="752" y="176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7"/>
              <p:cNvSpPr/>
              <p:nvPr/>
            </p:nvSpPr>
            <p:spPr>
              <a:xfrm>
                <a:off x="6224011" y="2191431"/>
                <a:ext cx="72166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3" extrusionOk="0">
                    <a:moveTo>
                      <a:pt x="427" y="0"/>
                    </a:moveTo>
                    <a:lnTo>
                      <a:pt x="1" y="727"/>
                    </a:lnTo>
                    <a:lnTo>
                      <a:pt x="326" y="902"/>
                    </a:lnTo>
                    <a:lnTo>
                      <a:pt x="753" y="176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7"/>
              <p:cNvSpPr/>
              <p:nvPr/>
            </p:nvSpPr>
            <p:spPr>
              <a:xfrm>
                <a:off x="6164016" y="2294650"/>
                <a:ext cx="72070" cy="89035"/>
              </a:xfrm>
              <a:custGeom>
                <a:avLst/>
                <a:gdLst/>
                <a:ahLst/>
                <a:cxnLst/>
                <a:rect l="l" t="t" r="r" b="b"/>
                <a:pathLst>
                  <a:path w="752" h="929" extrusionOk="0">
                    <a:moveTo>
                      <a:pt x="426" y="1"/>
                    </a:moveTo>
                    <a:lnTo>
                      <a:pt x="0" y="728"/>
                    </a:lnTo>
                    <a:lnTo>
                      <a:pt x="301" y="928"/>
                    </a:lnTo>
                    <a:lnTo>
                      <a:pt x="752" y="201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7"/>
              <p:cNvSpPr/>
              <p:nvPr/>
            </p:nvSpPr>
            <p:spPr>
              <a:xfrm>
                <a:off x="6101529" y="2397964"/>
                <a:ext cx="72166" cy="8894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28" extrusionOk="0">
                    <a:moveTo>
                      <a:pt x="426" y="0"/>
                    </a:moveTo>
                    <a:lnTo>
                      <a:pt x="0" y="727"/>
                    </a:lnTo>
                    <a:lnTo>
                      <a:pt x="326" y="928"/>
                    </a:lnTo>
                    <a:lnTo>
                      <a:pt x="752" y="201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7"/>
              <p:cNvSpPr/>
              <p:nvPr/>
            </p:nvSpPr>
            <p:spPr>
              <a:xfrm>
                <a:off x="6041438" y="2501279"/>
                <a:ext cx="72166" cy="8894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28" extrusionOk="0">
                    <a:moveTo>
                      <a:pt x="427" y="0"/>
                    </a:moveTo>
                    <a:lnTo>
                      <a:pt x="1" y="727"/>
                    </a:lnTo>
                    <a:lnTo>
                      <a:pt x="302" y="928"/>
                    </a:lnTo>
                    <a:lnTo>
                      <a:pt x="753" y="201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7"/>
              <p:cNvSpPr/>
              <p:nvPr/>
            </p:nvSpPr>
            <p:spPr>
              <a:xfrm>
                <a:off x="5979047" y="2606894"/>
                <a:ext cx="72166" cy="86639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4" extrusionOk="0">
                    <a:moveTo>
                      <a:pt x="426" y="1"/>
                    </a:moveTo>
                    <a:lnTo>
                      <a:pt x="0" y="728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7"/>
              <p:cNvSpPr/>
              <p:nvPr/>
            </p:nvSpPr>
            <p:spPr>
              <a:xfrm>
                <a:off x="5918956" y="2710209"/>
                <a:ext cx="69770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28" h="903" extrusionOk="0">
                    <a:moveTo>
                      <a:pt x="427" y="1"/>
                    </a:moveTo>
                    <a:lnTo>
                      <a:pt x="1" y="727"/>
                    </a:lnTo>
                    <a:lnTo>
                      <a:pt x="301" y="903"/>
                    </a:lnTo>
                    <a:lnTo>
                      <a:pt x="727" y="176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7"/>
              <p:cNvSpPr/>
              <p:nvPr/>
            </p:nvSpPr>
            <p:spPr>
              <a:xfrm>
                <a:off x="5856565" y="2813524"/>
                <a:ext cx="72070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2" h="903" extrusionOk="0">
                    <a:moveTo>
                      <a:pt x="426" y="0"/>
                    </a:moveTo>
                    <a:lnTo>
                      <a:pt x="0" y="727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7"/>
              <p:cNvSpPr/>
              <p:nvPr/>
            </p:nvSpPr>
            <p:spPr>
              <a:xfrm>
                <a:off x="5796474" y="2916839"/>
                <a:ext cx="69770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28" h="903" extrusionOk="0">
                    <a:moveTo>
                      <a:pt x="427" y="0"/>
                    </a:moveTo>
                    <a:lnTo>
                      <a:pt x="0" y="727"/>
                    </a:lnTo>
                    <a:lnTo>
                      <a:pt x="301" y="902"/>
                    </a:lnTo>
                    <a:lnTo>
                      <a:pt x="727" y="175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7"/>
              <p:cNvSpPr/>
              <p:nvPr/>
            </p:nvSpPr>
            <p:spPr>
              <a:xfrm>
                <a:off x="5733987" y="3020058"/>
                <a:ext cx="72166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3" extrusionOk="0">
                    <a:moveTo>
                      <a:pt x="427" y="1"/>
                    </a:moveTo>
                    <a:lnTo>
                      <a:pt x="1" y="728"/>
                    </a:lnTo>
                    <a:lnTo>
                      <a:pt x="327" y="903"/>
                    </a:lnTo>
                    <a:lnTo>
                      <a:pt x="753" y="201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7"/>
              <p:cNvSpPr/>
              <p:nvPr/>
            </p:nvSpPr>
            <p:spPr>
              <a:xfrm>
                <a:off x="5673992" y="3123372"/>
                <a:ext cx="69770" cy="8894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928" extrusionOk="0">
                    <a:moveTo>
                      <a:pt x="426" y="0"/>
                    </a:moveTo>
                    <a:lnTo>
                      <a:pt x="0" y="727"/>
                    </a:lnTo>
                    <a:lnTo>
                      <a:pt x="301" y="928"/>
                    </a:lnTo>
                    <a:lnTo>
                      <a:pt x="727" y="201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7"/>
              <p:cNvSpPr/>
              <p:nvPr/>
            </p:nvSpPr>
            <p:spPr>
              <a:xfrm>
                <a:off x="5611505" y="3226687"/>
                <a:ext cx="72166" cy="8894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28" extrusionOk="0">
                    <a:moveTo>
                      <a:pt x="427" y="0"/>
                    </a:moveTo>
                    <a:lnTo>
                      <a:pt x="1" y="727"/>
                    </a:lnTo>
                    <a:lnTo>
                      <a:pt x="326" y="927"/>
                    </a:lnTo>
                    <a:lnTo>
                      <a:pt x="752" y="201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7"/>
              <p:cNvSpPr/>
              <p:nvPr/>
            </p:nvSpPr>
            <p:spPr>
              <a:xfrm>
                <a:off x="5551510" y="3329906"/>
                <a:ext cx="69674" cy="8903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929" extrusionOk="0">
                    <a:moveTo>
                      <a:pt x="426" y="1"/>
                    </a:moveTo>
                    <a:lnTo>
                      <a:pt x="0" y="728"/>
                    </a:lnTo>
                    <a:lnTo>
                      <a:pt x="301" y="928"/>
                    </a:lnTo>
                    <a:lnTo>
                      <a:pt x="727" y="201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7"/>
              <p:cNvSpPr/>
              <p:nvPr/>
            </p:nvSpPr>
            <p:spPr>
              <a:xfrm>
                <a:off x="5489023" y="3435617"/>
                <a:ext cx="72166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3" extrusionOk="0">
                    <a:moveTo>
                      <a:pt x="426" y="1"/>
                    </a:moveTo>
                    <a:lnTo>
                      <a:pt x="0" y="727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7"/>
              <p:cNvSpPr/>
              <p:nvPr/>
            </p:nvSpPr>
            <p:spPr>
              <a:xfrm>
                <a:off x="5428932" y="3538932"/>
                <a:ext cx="69770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28" h="903" extrusionOk="0">
                    <a:moveTo>
                      <a:pt x="427" y="0"/>
                    </a:moveTo>
                    <a:lnTo>
                      <a:pt x="1" y="727"/>
                    </a:lnTo>
                    <a:lnTo>
                      <a:pt x="302" y="903"/>
                    </a:lnTo>
                    <a:lnTo>
                      <a:pt x="728" y="176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7"/>
              <p:cNvSpPr/>
              <p:nvPr/>
            </p:nvSpPr>
            <p:spPr>
              <a:xfrm>
                <a:off x="5366541" y="3642246"/>
                <a:ext cx="72166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3" extrusionOk="0">
                    <a:moveTo>
                      <a:pt x="426" y="0"/>
                    </a:moveTo>
                    <a:lnTo>
                      <a:pt x="0" y="727"/>
                    </a:lnTo>
                    <a:lnTo>
                      <a:pt x="326" y="902"/>
                    </a:lnTo>
                    <a:lnTo>
                      <a:pt x="752" y="175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7"/>
              <p:cNvSpPr/>
              <p:nvPr/>
            </p:nvSpPr>
            <p:spPr>
              <a:xfrm>
                <a:off x="5306450" y="3745465"/>
                <a:ext cx="69770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28" h="903" extrusionOk="0">
                    <a:moveTo>
                      <a:pt x="427" y="1"/>
                    </a:moveTo>
                    <a:lnTo>
                      <a:pt x="1" y="728"/>
                    </a:lnTo>
                    <a:lnTo>
                      <a:pt x="301" y="903"/>
                    </a:lnTo>
                    <a:lnTo>
                      <a:pt x="727" y="176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22" name="Google Shape;1722;p37"/>
            <p:cNvSpPr/>
            <p:nvPr/>
          </p:nvSpPr>
          <p:spPr>
            <a:xfrm>
              <a:off x="5606713" y="2678965"/>
              <a:ext cx="756733" cy="319626"/>
            </a:xfrm>
            <a:custGeom>
              <a:avLst/>
              <a:gdLst/>
              <a:ahLst/>
              <a:cxnLst/>
              <a:rect l="l" t="t" r="r" b="b"/>
              <a:pathLst>
                <a:path w="7896" h="3335" extrusionOk="0">
                  <a:moveTo>
                    <a:pt x="0" y="1"/>
                  </a:moveTo>
                  <a:lnTo>
                    <a:pt x="0" y="427"/>
                  </a:lnTo>
                  <a:lnTo>
                    <a:pt x="5414" y="427"/>
                  </a:lnTo>
                  <a:lnTo>
                    <a:pt x="7544" y="3334"/>
                  </a:lnTo>
                  <a:lnTo>
                    <a:pt x="7895" y="3084"/>
                  </a:lnTo>
                  <a:lnTo>
                    <a:pt x="56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7"/>
            <p:cNvSpPr/>
            <p:nvPr/>
          </p:nvSpPr>
          <p:spPr>
            <a:xfrm>
              <a:off x="5537038" y="2630950"/>
              <a:ext cx="137048" cy="137051"/>
            </a:xfrm>
            <a:custGeom>
              <a:avLst/>
              <a:gdLst/>
              <a:ahLst/>
              <a:cxnLst/>
              <a:rect l="l" t="t" r="r" b="b"/>
              <a:pathLst>
                <a:path w="1430" h="1430" extrusionOk="0">
                  <a:moveTo>
                    <a:pt x="727" y="1"/>
                  </a:moveTo>
                  <a:cubicBezTo>
                    <a:pt x="326" y="1"/>
                    <a:pt x="1" y="326"/>
                    <a:pt x="1" y="727"/>
                  </a:cubicBezTo>
                  <a:cubicBezTo>
                    <a:pt x="1" y="1103"/>
                    <a:pt x="326" y="1429"/>
                    <a:pt x="727" y="1429"/>
                  </a:cubicBezTo>
                  <a:cubicBezTo>
                    <a:pt x="1103" y="1429"/>
                    <a:pt x="1429" y="1103"/>
                    <a:pt x="1429" y="727"/>
                  </a:cubicBezTo>
                  <a:cubicBezTo>
                    <a:pt x="1429" y="326"/>
                    <a:pt x="1103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7"/>
            <p:cNvSpPr/>
            <p:nvPr/>
          </p:nvSpPr>
          <p:spPr>
            <a:xfrm>
              <a:off x="6370070" y="2832117"/>
              <a:ext cx="132639" cy="48783"/>
            </a:xfrm>
            <a:custGeom>
              <a:avLst/>
              <a:gdLst/>
              <a:ahLst/>
              <a:cxnLst/>
              <a:rect l="l" t="t" r="r" b="b"/>
              <a:pathLst>
                <a:path w="1384" h="509" extrusionOk="0">
                  <a:moveTo>
                    <a:pt x="661" y="0"/>
                  </a:moveTo>
                  <a:cubicBezTo>
                    <a:pt x="341" y="0"/>
                    <a:pt x="31" y="207"/>
                    <a:pt x="31" y="207"/>
                  </a:cubicBezTo>
                  <a:cubicBezTo>
                    <a:pt x="31" y="207"/>
                    <a:pt x="1" y="281"/>
                    <a:pt x="113" y="281"/>
                  </a:cubicBezTo>
                  <a:cubicBezTo>
                    <a:pt x="146" y="281"/>
                    <a:pt x="192" y="275"/>
                    <a:pt x="256" y="257"/>
                  </a:cubicBezTo>
                  <a:cubicBezTo>
                    <a:pt x="315" y="232"/>
                    <a:pt x="354" y="221"/>
                    <a:pt x="387" y="221"/>
                  </a:cubicBezTo>
                  <a:cubicBezTo>
                    <a:pt x="454" y="221"/>
                    <a:pt x="498" y="266"/>
                    <a:pt x="632" y="333"/>
                  </a:cubicBezTo>
                  <a:cubicBezTo>
                    <a:pt x="858" y="408"/>
                    <a:pt x="933" y="408"/>
                    <a:pt x="1033" y="483"/>
                  </a:cubicBezTo>
                  <a:cubicBezTo>
                    <a:pt x="1108" y="508"/>
                    <a:pt x="1334" y="508"/>
                    <a:pt x="1334" y="508"/>
                  </a:cubicBezTo>
                  <a:lnTo>
                    <a:pt x="1384" y="157"/>
                  </a:lnTo>
                  <a:cubicBezTo>
                    <a:pt x="1058" y="107"/>
                    <a:pt x="1133" y="82"/>
                    <a:pt x="757" y="7"/>
                  </a:cubicBezTo>
                  <a:cubicBezTo>
                    <a:pt x="725" y="2"/>
                    <a:pt x="693" y="0"/>
                    <a:pt x="661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7"/>
            <p:cNvSpPr/>
            <p:nvPr/>
          </p:nvSpPr>
          <p:spPr>
            <a:xfrm>
              <a:off x="6401792" y="2859143"/>
              <a:ext cx="96125" cy="28944"/>
            </a:xfrm>
            <a:custGeom>
              <a:avLst/>
              <a:gdLst/>
              <a:ahLst/>
              <a:cxnLst/>
              <a:rect l="l" t="t" r="r" b="b"/>
              <a:pathLst>
                <a:path w="1003" h="302" extrusionOk="0">
                  <a:moveTo>
                    <a:pt x="602" y="1"/>
                  </a:moveTo>
                  <a:cubicBezTo>
                    <a:pt x="602" y="1"/>
                    <a:pt x="0" y="201"/>
                    <a:pt x="126" y="276"/>
                  </a:cubicBezTo>
                  <a:cubicBezTo>
                    <a:pt x="153" y="294"/>
                    <a:pt x="190" y="302"/>
                    <a:pt x="235" y="302"/>
                  </a:cubicBezTo>
                  <a:cubicBezTo>
                    <a:pt x="440" y="302"/>
                    <a:pt x="797" y="146"/>
                    <a:pt x="1003" y="126"/>
                  </a:cubicBezTo>
                  <a:lnTo>
                    <a:pt x="602" y="1"/>
                  </a:ln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7"/>
            <p:cNvSpPr/>
            <p:nvPr/>
          </p:nvSpPr>
          <p:spPr>
            <a:xfrm>
              <a:off x="6461788" y="2585139"/>
              <a:ext cx="439702" cy="341190"/>
            </a:xfrm>
            <a:custGeom>
              <a:avLst/>
              <a:gdLst/>
              <a:ahLst/>
              <a:cxnLst/>
              <a:rect l="l" t="t" r="r" b="b"/>
              <a:pathLst>
                <a:path w="4588" h="3560" extrusionOk="0">
                  <a:moveTo>
                    <a:pt x="3718" y="0"/>
                  </a:moveTo>
                  <a:cubicBezTo>
                    <a:pt x="3632" y="0"/>
                    <a:pt x="3538" y="9"/>
                    <a:pt x="3434" y="27"/>
                  </a:cubicBezTo>
                  <a:cubicBezTo>
                    <a:pt x="2783" y="178"/>
                    <a:pt x="3209" y="1381"/>
                    <a:pt x="2908" y="1832"/>
                  </a:cubicBezTo>
                  <a:cubicBezTo>
                    <a:pt x="2375" y="2570"/>
                    <a:pt x="919" y="2637"/>
                    <a:pt x="407" y="2637"/>
                  </a:cubicBezTo>
                  <a:cubicBezTo>
                    <a:pt x="294" y="2637"/>
                    <a:pt x="226" y="2634"/>
                    <a:pt x="226" y="2634"/>
                  </a:cubicBezTo>
                  <a:cubicBezTo>
                    <a:pt x="1" y="2834"/>
                    <a:pt x="126" y="3135"/>
                    <a:pt x="126" y="3135"/>
                  </a:cubicBezTo>
                  <a:cubicBezTo>
                    <a:pt x="126" y="3135"/>
                    <a:pt x="1364" y="3559"/>
                    <a:pt x="2432" y="3559"/>
                  </a:cubicBezTo>
                  <a:cubicBezTo>
                    <a:pt x="2922" y="3559"/>
                    <a:pt x="3376" y="3470"/>
                    <a:pt x="3660" y="3210"/>
                  </a:cubicBezTo>
                  <a:cubicBezTo>
                    <a:pt x="4587" y="2383"/>
                    <a:pt x="4587" y="1281"/>
                    <a:pt x="4462" y="654"/>
                  </a:cubicBezTo>
                  <a:cubicBezTo>
                    <a:pt x="4419" y="291"/>
                    <a:pt x="4213" y="0"/>
                    <a:pt x="37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7"/>
            <p:cNvSpPr/>
            <p:nvPr/>
          </p:nvSpPr>
          <p:spPr>
            <a:xfrm>
              <a:off x="7218436" y="3956887"/>
              <a:ext cx="62582" cy="77055"/>
            </a:xfrm>
            <a:custGeom>
              <a:avLst/>
              <a:gdLst/>
              <a:ahLst/>
              <a:cxnLst/>
              <a:rect l="l" t="t" r="r" b="b"/>
              <a:pathLst>
                <a:path w="653" h="804" extrusionOk="0">
                  <a:moveTo>
                    <a:pt x="452" y="0"/>
                  </a:moveTo>
                  <a:lnTo>
                    <a:pt x="1" y="276"/>
                  </a:lnTo>
                  <a:cubicBezTo>
                    <a:pt x="51" y="326"/>
                    <a:pt x="126" y="401"/>
                    <a:pt x="176" y="451"/>
                  </a:cubicBezTo>
                  <a:cubicBezTo>
                    <a:pt x="226" y="527"/>
                    <a:pt x="226" y="577"/>
                    <a:pt x="26" y="802"/>
                  </a:cubicBezTo>
                  <a:cubicBezTo>
                    <a:pt x="37" y="803"/>
                    <a:pt x="48" y="804"/>
                    <a:pt x="59" y="804"/>
                  </a:cubicBezTo>
                  <a:cubicBezTo>
                    <a:pt x="370" y="804"/>
                    <a:pt x="628" y="475"/>
                    <a:pt x="652" y="426"/>
                  </a:cubicBezTo>
                  <a:cubicBezTo>
                    <a:pt x="627" y="301"/>
                    <a:pt x="552" y="151"/>
                    <a:pt x="452" y="0"/>
                  </a:cubicBezTo>
                  <a:close/>
                </a:path>
              </a:pathLst>
            </a:custGeom>
            <a:solidFill>
              <a:srgbClr val="F9B2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7"/>
            <p:cNvSpPr/>
            <p:nvPr/>
          </p:nvSpPr>
          <p:spPr>
            <a:xfrm>
              <a:off x="6778918" y="3125768"/>
              <a:ext cx="501518" cy="868885"/>
            </a:xfrm>
            <a:custGeom>
              <a:avLst/>
              <a:gdLst/>
              <a:ahLst/>
              <a:cxnLst/>
              <a:rect l="l" t="t" r="r" b="b"/>
              <a:pathLst>
                <a:path w="5233" h="9066" extrusionOk="0">
                  <a:moveTo>
                    <a:pt x="2582" y="1"/>
                  </a:moveTo>
                  <a:lnTo>
                    <a:pt x="802" y="752"/>
                  </a:lnTo>
                  <a:lnTo>
                    <a:pt x="0" y="1078"/>
                  </a:lnTo>
                  <a:cubicBezTo>
                    <a:pt x="0" y="1078"/>
                    <a:pt x="151" y="2106"/>
                    <a:pt x="401" y="2682"/>
                  </a:cubicBezTo>
                  <a:cubicBezTo>
                    <a:pt x="1228" y="4487"/>
                    <a:pt x="1354" y="4412"/>
                    <a:pt x="1604" y="4787"/>
                  </a:cubicBezTo>
                  <a:cubicBezTo>
                    <a:pt x="1604" y="4838"/>
                    <a:pt x="1629" y="4863"/>
                    <a:pt x="1654" y="4913"/>
                  </a:cubicBezTo>
                  <a:cubicBezTo>
                    <a:pt x="2130" y="5815"/>
                    <a:pt x="3409" y="8021"/>
                    <a:pt x="4612" y="9048"/>
                  </a:cubicBezTo>
                  <a:cubicBezTo>
                    <a:pt x="4627" y="9060"/>
                    <a:pt x="4647" y="9066"/>
                    <a:pt x="4672" y="9066"/>
                  </a:cubicBezTo>
                  <a:cubicBezTo>
                    <a:pt x="4850" y="9066"/>
                    <a:pt x="5232" y="8770"/>
                    <a:pt x="5188" y="8572"/>
                  </a:cubicBezTo>
                  <a:cubicBezTo>
                    <a:pt x="4787" y="7093"/>
                    <a:pt x="4461" y="6742"/>
                    <a:pt x="4010" y="5113"/>
                  </a:cubicBezTo>
                  <a:cubicBezTo>
                    <a:pt x="3885" y="4637"/>
                    <a:pt x="3760" y="3660"/>
                    <a:pt x="3634" y="3058"/>
                  </a:cubicBezTo>
                  <a:cubicBezTo>
                    <a:pt x="3484" y="2356"/>
                    <a:pt x="3233" y="627"/>
                    <a:pt x="25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7"/>
            <p:cNvSpPr/>
            <p:nvPr/>
          </p:nvSpPr>
          <p:spPr>
            <a:xfrm>
              <a:off x="6778918" y="3197840"/>
              <a:ext cx="194646" cy="386810"/>
            </a:xfrm>
            <a:custGeom>
              <a:avLst/>
              <a:gdLst/>
              <a:ahLst/>
              <a:cxnLst/>
              <a:rect l="l" t="t" r="r" b="b"/>
              <a:pathLst>
                <a:path w="2031" h="4036" extrusionOk="0">
                  <a:moveTo>
                    <a:pt x="802" y="0"/>
                  </a:moveTo>
                  <a:lnTo>
                    <a:pt x="0" y="326"/>
                  </a:lnTo>
                  <a:cubicBezTo>
                    <a:pt x="0" y="326"/>
                    <a:pt x="151" y="1354"/>
                    <a:pt x="401" y="1930"/>
                  </a:cubicBezTo>
                  <a:cubicBezTo>
                    <a:pt x="1228" y="3735"/>
                    <a:pt x="1354" y="3660"/>
                    <a:pt x="1604" y="4035"/>
                  </a:cubicBezTo>
                  <a:cubicBezTo>
                    <a:pt x="1654" y="3860"/>
                    <a:pt x="1729" y="3685"/>
                    <a:pt x="1805" y="3459"/>
                  </a:cubicBezTo>
                  <a:cubicBezTo>
                    <a:pt x="2030" y="2782"/>
                    <a:pt x="1930" y="878"/>
                    <a:pt x="1604" y="51"/>
                  </a:cubicBezTo>
                  <a:lnTo>
                    <a:pt x="8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7"/>
            <p:cNvSpPr/>
            <p:nvPr/>
          </p:nvSpPr>
          <p:spPr>
            <a:xfrm>
              <a:off x="6675604" y="3159408"/>
              <a:ext cx="317126" cy="886808"/>
            </a:xfrm>
            <a:custGeom>
              <a:avLst/>
              <a:gdLst/>
              <a:ahLst/>
              <a:cxnLst/>
              <a:rect l="l" t="t" r="r" b="b"/>
              <a:pathLst>
                <a:path w="3309" h="9253" extrusionOk="0">
                  <a:moveTo>
                    <a:pt x="301" y="0"/>
                  </a:moveTo>
                  <a:cubicBezTo>
                    <a:pt x="301" y="0"/>
                    <a:pt x="25" y="1003"/>
                    <a:pt x="25" y="1655"/>
                  </a:cubicBezTo>
                  <a:cubicBezTo>
                    <a:pt x="0" y="3785"/>
                    <a:pt x="0" y="3710"/>
                    <a:pt x="25" y="4311"/>
                  </a:cubicBezTo>
                  <a:cubicBezTo>
                    <a:pt x="76" y="5339"/>
                    <a:pt x="527" y="7745"/>
                    <a:pt x="1178" y="9173"/>
                  </a:cubicBezTo>
                  <a:lnTo>
                    <a:pt x="1229" y="9198"/>
                  </a:lnTo>
                  <a:lnTo>
                    <a:pt x="1304" y="9249"/>
                  </a:lnTo>
                  <a:cubicBezTo>
                    <a:pt x="1324" y="9251"/>
                    <a:pt x="1346" y="9252"/>
                    <a:pt x="1370" y="9252"/>
                  </a:cubicBezTo>
                  <a:cubicBezTo>
                    <a:pt x="1577" y="9252"/>
                    <a:pt x="1883" y="9155"/>
                    <a:pt x="1905" y="8998"/>
                  </a:cubicBezTo>
                  <a:cubicBezTo>
                    <a:pt x="2156" y="7469"/>
                    <a:pt x="2331" y="7093"/>
                    <a:pt x="2331" y="5389"/>
                  </a:cubicBezTo>
                  <a:cubicBezTo>
                    <a:pt x="2331" y="4537"/>
                    <a:pt x="2657" y="3935"/>
                    <a:pt x="2807" y="3334"/>
                  </a:cubicBezTo>
                  <a:cubicBezTo>
                    <a:pt x="2983" y="2632"/>
                    <a:pt x="3309" y="928"/>
                    <a:pt x="2983" y="101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7"/>
            <p:cNvSpPr/>
            <p:nvPr/>
          </p:nvSpPr>
          <p:spPr>
            <a:xfrm>
              <a:off x="6697168" y="3176180"/>
              <a:ext cx="103409" cy="869652"/>
            </a:xfrm>
            <a:custGeom>
              <a:avLst/>
              <a:gdLst/>
              <a:ahLst/>
              <a:cxnLst/>
              <a:rect l="l" t="t" r="r" b="b"/>
              <a:pathLst>
                <a:path w="1079" h="9074" extrusionOk="0">
                  <a:moveTo>
                    <a:pt x="552" y="1"/>
                  </a:moveTo>
                  <a:lnTo>
                    <a:pt x="527" y="26"/>
                  </a:lnTo>
                  <a:cubicBezTo>
                    <a:pt x="176" y="803"/>
                    <a:pt x="1" y="1755"/>
                    <a:pt x="1" y="2833"/>
                  </a:cubicBezTo>
                  <a:cubicBezTo>
                    <a:pt x="1" y="3810"/>
                    <a:pt x="151" y="4813"/>
                    <a:pt x="277" y="5690"/>
                  </a:cubicBezTo>
                  <a:cubicBezTo>
                    <a:pt x="427" y="6718"/>
                    <a:pt x="603" y="7921"/>
                    <a:pt x="1004" y="9023"/>
                  </a:cubicBezTo>
                  <a:lnTo>
                    <a:pt x="1079" y="9074"/>
                  </a:lnTo>
                  <a:cubicBezTo>
                    <a:pt x="653" y="7921"/>
                    <a:pt x="477" y="6718"/>
                    <a:pt x="327" y="5665"/>
                  </a:cubicBezTo>
                  <a:cubicBezTo>
                    <a:pt x="201" y="4788"/>
                    <a:pt x="76" y="3810"/>
                    <a:pt x="76" y="2833"/>
                  </a:cubicBezTo>
                  <a:cubicBezTo>
                    <a:pt x="51" y="1755"/>
                    <a:pt x="227" y="828"/>
                    <a:pt x="577" y="51"/>
                  </a:cubicBezTo>
                  <a:lnTo>
                    <a:pt x="5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7"/>
            <p:cNvSpPr/>
            <p:nvPr/>
          </p:nvSpPr>
          <p:spPr>
            <a:xfrm>
              <a:off x="6694772" y="3125768"/>
              <a:ext cx="398876" cy="163120"/>
            </a:xfrm>
            <a:custGeom>
              <a:avLst/>
              <a:gdLst/>
              <a:ahLst/>
              <a:cxnLst/>
              <a:rect l="l" t="t" r="r" b="b"/>
              <a:pathLst>
                <a:path w="4162" h="1702" extrusionOk="0">
                  <a:moveTo>
                    <a:pt x="3460" y="1"/>
                  </a:moveTo>
                  <a:lnTo>
                    <a:pt x="2432" y="427"/>
                  </a:lnTo>
                  <a:lnTo>
                    <a:pt x="101" y="351"/>
                  </a:lnTo>
                  <a:cubicBezTo>
                    <a:pt x="101" y="351"/>
                    <a:pt x="51" y="577"/>
                    <a:pt x="1" y="853"/>
                  </a:cubicBezTo>
                  <a:cubicBezTo>
                    <a:pt x="649" y="1387"/>
                    <a:pt x="1601" y="1702"/>
                    <a:pt x="2579" y="1702"/>
                  </a:cubicBezTo>
                  <a:cubicBezTo>
                    <a:pt x="3114" y="1702"/>
                    <a:pt x="3656" y="1608"/>
                    <a:pt x="4161" y="1404"/>
                  </a:cubicBezTo>
                  <a:cubicBezTo>
                    <a:pt x="3986" y="853"/>
                    <a:pt x="3760" y="301"/>
                    <a:pt x="34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7"/>
            <p:cNvSpPr/>
            <p:nvPr/>
          </p:nvSpPr>
          <p:spPr>
            <a:xfrm>
              <a:off x="6639569" y="2689987"/>
              <a:ext cx="459637" cy="555776"/>
            </a:xfrm>
            <a:custGeom>
              <a:avLst/>
              <a:gdLst/>
              <a:ahLst/>
              <a:cxnLst/>
              <a:rect l="l" t="t" r="r" b="b"/>
              <a:pathLst>
                <a:path w="4796" h="5799" extrusionOk="0">
                  <a:moveTo>
                    <a:pt x="1754" y="1"/>
                  </a:moveTo>
                  <a:cubicBezTo>
                    <a:pt x="1410" y="1"/>
                    <a:pt x="1025" y="153"/>
                    <a:pt x="677" y="588"/>
                  </a:cubicBezTo>
                  <a:cubicBezTo>
                    <a:pt x="276" y="1089"/>
                    <a:pt x="0" y="2116"/>
                    <a:pt x="577" y="5199"/>
                  </a:cubicBezTo>
                  <a:cubicBezTo>
                    <a:pt x="633" y="5577"/>
                    <a:pt x="1954" y="5798"/>
                    <a:pt x="3097" y="5798"/>
                  </a:cubicBezTo>
                  <a:cubicBezTo>
                    <a:pt x="4002" y="5798"/>
                    <a:pt x="4796" y="5660"/>
                    <a:pt x="4762" y="5350"/>
                  </a:cubicBezTo>
                  <a:cubicBezTo>
                    <a:pt x="4512" y="3219"/>
                    <a:pt x="3635" y="1966"/>
                    <a:pt x="2707" y="487"/>
                  </a:cubicBezTo>
                  <a:cubicBezTo>
                    <a:pt x="2580" y="260"/>
                    <a:pt x="2203" y="1"/>
                    <a:pt x="17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7"/>
            <p:cNvSpPr/>
            <p:nvPr/>
          </p:nvSpPr>
          <p:spPr>
            <a:xfrm>
              <a:off x="6350231" y="2988718"/>
              <a:ext cx="58078" cy="49262"/>
            </a:xfrm>
            <a:custGeom>
              <a:avLst/>
              <a:gdLst/>
              <a:ahLst/>
              <a:cxnLst/>
              <a:rect l="l" t="t" r="r" b="b"/>
              <a:pathLst>
                <a:path w="606" h="514" extrusionOk="0">
                  <a:moveTo>
                    <a:pt x="126" y="1"/>
                  </a:moveTo>
                  <a:cubicBezTo>
                    <a:pt x="0" y="1"/>
                    <a:pt x="238" y="428"/>
                    <a:pt x="238" y="428"/>
                  </a:cubicBezTo>
                  <a:lnTo>
                    <a:pt x="162" y="453"/>
                  </a:lnTo>
                  <a:cubicBezTo>
                    <a:pt x="162" y="453"/>
                    <a:pt x="402" y="513"/>
                    <a:pt x="516" y="513"/>
                  </a:cubicBezTo>
                  <a:cubicBezTo>
                    <a:pt x="582" y="513"/>
                    <a:pt x="606" y="493"/>
                    <a:pt x="513" y="428"/>
                  </a:cubicBezTo>
                  <a:cubicBezTo>
                    <a:pt x="263" y="253"/>
                    <a:pt x="288" y="52"/>
                    <a:pt x="137" y="2"/>
                  </a:cubicBezTo>
                  <a:cubicBezTo>
                    <a:pt x="133" y="1"/>
                    <a:pt x="129" y="1"/>
                    <a:pt x="126" y="1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7"/>
            <p:cNvSpPr/>
            <p:nvPr/>
          </p:nvSpPr>
          <p:spPr>
            <a:xfrm>
              <a:off x="6302599" y="2991593"/>
              <a:ext cx="89704" cy="69388"/>
            </a:xfrm>
            <a:custGeom>
              <a:avLst/>
              <a:gdLst/>
              <a:ahLst/>
              <a:cxnLst/>
              <a:rect l="l" t="t" r="r" b="b"/>
              <a:pathLst>
                <a:path w="936" h="724" extrusionOk="0">
                  <a:moveTo>
                    <a:pt x="79" y="0"/>
                  </a:moveTo>
                  <a:cubicBezTo>
                    <a:pt x="23" y="0"/>
                    <a:pt x="1" y="28"/>
                    <a:pt x="33" y="97"/>
                  </a:cubicBezTo>
                  <a:cubicBezTo>
                    <a:pt x="158" y="423"/>
                    <a:pt x="308" y="699"/>
                    <a:pt x="860" y="724"/>
                  </a:cubicBezTo>
                  <a:lnTo>
                    <a:pt x="935" y="373"/>
                  </a:lnTo>
                  <a:cubicBezTo>
                    <a:pt x="935" y="373"/>
                    <a:pt x="283" y="0"/>
                    <a:pt x="79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7"/>
            <p:cNvSpPr/>
            <p:nvPr/>
          </p:nvSpPr>
          <p:spPr>
            <a:xfrm>
              <a:off x="6370549" y="2770779"/>
              <a:ext cx="439607" cy="337836"/>
            </a:xfrm>
            <a:custGeom>
              <a:avLst/>
              <a:gdLst/>
              <a:ahLst/>
              <a:cxnLst/>
              <a:rect l="l" t="t" r="r" b="b"/>
              <a:pathLst>
                <a:path w="4587" h="3525" extrusionOk="0">
                  <a:moveTo>
                    <a:pt x="3737" y="1"/>
                  </a:moveTo>
                  <a:cubicBezTo>
                    <a:pt x="3660" y="1"/>
                    <a:pt x="3576" y="7"/>
                    <a:pt x="3484" y="20"/>
                  </a:cubicBezTo>
                  <a:cubicBezTo>
                    <a:pt x="2732" y="121"/>
                    <a:pt x="3234" y="1674"/>
                    <a:pt x="2933" y="2126"/>
                  </a:cubicBezTo>
                  <a:cubicBezTo>
                    <a:pt x="2612" y="2553"/>
                    <a:pt x="1988" y="2665"/>
                    <a:pt x="1420" y="2665"/>
                  </a:cubicBezTo>
                  <a:cubicBezTo>
                    <a:pt x="788" y="2665"/>
                    <a:pt x="226" y="2527"/>
                    <a:pt x="226" y="2527"/>
                  </a:cubicBezTo>
                  <a:cubicBezTo>
                    <a:pt x="0" y="2702"/>
                    <a:pt x="76" y="3053"/>
                    <a:pt x="76" y="3053"/>
                  </a:cubicBezTo>
                  <a:cubicBezTo>
                    <a:pt x="76" y="3053"/>
                    <a:pt x="1366" y="3524"/>
                    <a:pt x="2463" y="3524"/>
                  </a:cubicBezTo>
                  <a:cubicBezTo>
                    <a:pt x="2925" y="3524"/>
                    <a:pt x="3352" y="3441"/>
                    <a:pt x="3635" y="3203"/>
                  </a:cubicBezTo>
                  <a:cubicBezTo>
                    <a:pt x="4587" y="2376"/>
                    <a:pt x="4587" y="1298"/>
                    <a:pt x="4512" y="647"/>
                  </a:cubicBezTo>
                  <a:cubicBezTo>
                    <a:pt x="4446" y="277"/>
                    <a:pt x="4249" y="1"/>
                    <a:pt x="37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7"/>
            <p:cNvSpPr/>
            <p:nvPr/>
          </p:nvSpPr>
          <p:spPr>
            <a:xfrm>
              <a:off x="6560310" y="2441667"/>
              <a:ext cx="482925" cy="547726"/>
            </a:xfrm>
            <a:custGeom>
              <a:avLst/>
              <a:gdLst/>
              <a:ahLst/>
              <a:cxnLst/>
              <a:rect l="l" t="t" r="r" b="b"/>
              <a:pathLst>
                <a:path w="5039" h="5715" extrusionOk="0">
                  <a:moveTo>
                    <a:pt x="1852" y="1"/>
                  </a:moveTo>
                  <a:cubicBezTo>
                    <a:pt x="1664" y="1"/>
                    <a:pt x="1429" y="50"/>
                    <a:pt x="1128" y="171"/>
                  </a:cubicBezTo>
                  <a:cubicBezTo>
                    <a:pt x="727" y="321"/>
                    <a:pt x="301" y="798"/>
                    <a:pt x="502" y="1625"/>
                  </a:cubicBezTo>
                  <a:cubicBezTo>
                    <a:pt x="727" y="2452"/>
                    <a:pt x="702" y="2477"/>
                    <a:pt x="502" y="2828"/>
                  </a:cubicBezTo>
                  <a:cubicBezTo>
                    <a:pt x="0" y="3805"/>
                    <a:pt x="1830" y="3254"/>
                    <a:pt x="1554" y="4181"/>
                  </a:cubicBezTo>
                  <a:cubicBezTo>
                    <a:pt x="1216" y="5330"/>
                    <a:pt x="1683" y="5715"/>
                    <a:pt x="2343" y="5715"/>
                  </a:cubicBezTo>
                  <a:cubicBezTo>
                    <a:pt x="3152" y="5715"/>
                    <a:pt x="4250" y="5138"/>
                    <a:pt x="4512" y="4682"/>
                  </a:cubicBezTo>
                  <a:cubicBezTo>
                    <a:pt x="5038" y="3755"/>
                    <a:pt x="4938" y="2427"/>
                    <a:pt x="3985" y="2101"/>
                  </a:cubicBezTo>
                  <a:cubicBezTo>
                    <a:pt x="3660" y="2001"/>
                    <a:pt x="3910" y="898"/>
                    <a:pt x="3208" y="873"/>
                  </a:cubicBezTo>
                  <a:cubicBezTo>
                    <a:pt x="2622" y="853"/>
                    <a:pt x="2639" y="1"/>
                    <a:pt x="18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>
          <a:extLst>
            <a:ext uri="{FF2B5EF4-FFF2-40B4-BE49-F238E27FC236}">
              <a16:creationId xmlns:a16="http://schemas.microsoft.com/office/drawing/2014/main" id="{58EBECD6-473E-5761-903F-9150FCE4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36">
            <a:extLst>
              <a:ext uri="{FF2B5EF4-FFF2-40B4-BE49-F238E27FC236}">
                <a16:creationId xmlns:a16="http://schemas.microsoft.com/office/drawing/2014/main" id="{39D37B5E-8128-4505-1C25-D696F771D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PROFILING RESULTS</a:t>
            </a:r>
            <a:endParaRPr dirty="0"/>
          </a:p>
        </p:txBody>
      </p:sp>
      <p:sp>
        <p:nvSpPr>
          <p:cNvPr id="1598" name="Google Shape;1598;p36">
            <a:extLst>
              <a:ext uri="{FF2B5EF4-FFF2-40B4-BE49-F238E27FC236}">
                <a16:creationId xmlns:a16="http://schemas.microsoft.com/office/drawing/2014/main" id="{D5B5B3DF-F55B-1F5A-0DAC-3D923A79458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1401" y="1397485"/>
            <a:ext cx="4936548" cy="26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dirty="0"/>
              <a:t>Issues Identified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Empty values in critical columns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Empty employee names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Leading/trailing spaces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Inconsistent text casing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Inconsistent data formats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Non-numeric salary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Negative overtime/regular hours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Negative salaries </a:t>
            </a:r>
          </a:p>
        </p:txBody>
      </p:sp>
      <p:sp>
        <p:nvSpPr>
          <p:cNvPr id="2" name="Google Shape;1598;p36">
            <a:extLst>
              <a:ext uri="{FF2B5EF4-FFF2-40B4-BE49-F238E27FC236}">
                <a16:creationId xmlns:a16="http://schemas.microsoft.com/office/drawing/2014/main" id="{DB26277D-BCB4-6E0C-7CF6-65A8BEA914BA}"/>
              </a:ext>
            </a:extLst>
          </p:cNvPr>
          <p:cNvSpPr txBox="1">
            <a:spLocks/>
          </p:cNvSpPr>
          <p:nvPr/>
        </p:nvSpPr>
        <p:spPr>
          <a:xfrm>
            <a:off x="4944885" y="1397485"/>
            <a:ext cx="4936548" cy="26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None/>
              <a:defRPr sz="14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r>
              <a:rPr lang="en-GB" sz="2000" b="1" dirty="0"/>
              <a:t>Validation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NULL checks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Regex format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Range checks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Duplicate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Consistency checks </a:t>
            </a:r>
          </a:p>
        </p:txBody>
      </p:sp>
      <p:grpSp>
        <p:nvGrpSpPr>
          <p:cNvPr id="5" name="Google Shape;9095;p82">
            <a:extLst>
              <a:ext uri="{FF2B5EF4-FFF2-40B4-BE49-F238E27FC236}">
                <a16:creationId xmlns:a16="http://schemas.microsoft.com/office/drawing/2014/main" id="{CB8720A1-8C19-F605-A6BF-52F6F50575FD}"/>
              </a:ext>
            </a:extLst>
          </p:cNvPr>
          <p:cNvGrpSpPr/>
          <p:nvPr/>
        </p:nvGrpSpPr>
        <p:grpSpPr>
          <a:xfrm>
            <a:off x="7062209" y="445025"/>
            <a:ext cx="597822" cy="572700"/>
            <a:chOff x="-47524975" y="3569100"/>
            <a:chExt cx="300875" cy="299925"/>
          </a:xfrm>
          <a:solidFill>
            <a:schemeClr val="tx1"/>
          </a:solidFill>
        </p:grpSpPr>
        <p:sp>
          <p:nvSpPr>
            <p:cNvPr id="6" name="Google Shape;9096;p82">
              <a:extLst>
                <a:ext uri="{FF2B5EF4-FFF2-40B4-BE49-F238E27FC236}">
                  <a16:creationId xmlns:a16="http://schemas.microsoft.com/office/drawing/2014/main" id="{6E6C5394-95F1-E8CA-F0F3-474771F6B3BD}"/>
                </a:ext>
              </a:extLst>
            </p:cNvPr>
            <p:cNvSpPr/>
            <p:nvPr/>
          </p:nvSpPr>
          <p:spPr>
            <a:xfrm>
              <a:off x="-47524975" y="3755775"/>
              <a:ext cx="115000" cy="113250"/>
            </a:xfrm>
            <a:custGeom>
              <a:avLst/>
              <a:gdLst/>
              <a:ahLst/>
              <a:cxnLst/>
              <a:rect l="l" t="t" r="r" b="b"/>
              <a:pathLst>
                <a:path w="4600" h="4530" extrusionOk="0">
                  <a:moveTo>
                    <a:pt x="3088" y="0"/>
                  </a:moveTo>
                  <a:lnTo>
                    <a:pt x="378" y="2741"/>
                  </a:lnTo>
                  <a:cubicBezTo>
                    <a:pt x="0" y="3119"/>
                    <a:pt x="0" y="3781"/>
                    <a:pt x="378" y="4222"/>
                  </a:cubicBezTo>
                  <a:cubicBezTo>
                    <a:pt x="583" y="4427"/>
                    <a:pt x="851" y="4529"/>
                    <a:pt x="1123" y="4529"/>
                  </a:cubicBezTo>
                  <a:cubicBezTo>
                    <a:pt x="1394" y="4529"/>
                    <a:pt x="1670" y="4427"/>
                    <a:pt x="1890" y="4222"/>
                  </a:cubicBezTo>
                  <a:lnTo>
                    <a:pt x="4600" y="1512"/>
                  </a:lnTo>
                  <a:cubicBezTo>
                    <a:pt x="4001" y="1103"/>
                    <a:pt x="3497" y="599"/>
                    <a:pt x="30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" name="Google Shape;9097;p82">
              <a:extLst>
                <a:ext uri="{FF2B5EF4-FFF2-40B4-BE49-F238E27FC236}">
                  <a16:creationId xmlns:a16="http://schemas.microsoft.com/office/drawing/2014/main" id="{AB747284-0B9B-6EF6-36CD-E73C0A95B5EB}"/>
                </a:ext>
              </a:extLst>
            </p:cNvPr>
            <p:cNvSpPr/>
            <p:nvPr/>
          </p:nvSpPr>
          <p:spPr>
            <a:xfrm>
              <a:off x="-47346200" y="3674650"/>
              <a:ext cx="15775" cy="15775"/>
            </a:xfrm>
            <a:custGeom>
              <a:avLst/>
              <a:gdLst/>
              <a:ahLst/>
              <a:cxnLst/>
              <a:rect l="l" t="t" r="r" b="b"/>
              <a:pathLst>
                <a:path w="631" h="631" extrusionOk="0">
                  <a:moveTo>
                    <a:pt x="1" y="0"/>
                  </a:moveTo>
                  <a:lnTo>
                    <a:pt x="1" y="630"/>
                  </a:lnTo>
                  <a:cubicBezTo>
                    <a:pt x="284" y="536"/>
                    <a:pt x="505" y="315"/>
                    <a:pt x="6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8" name="Google Shape;9098;p82">
              <a:extLst>
                <a:ext uri="{FF2B5EF4-FFF2-40B4-BE49-F238E27FC236}">
                  <a16:creationId xmlns:a16="http://schemas.microsoft.com/office/drawing/2014/main" id="{6812F0A3-5B74-E294-7D5A-ABDC20D82603}"/>
                </a:ext>
              </a:extLst>
            </p:cNvPr>
            <p:cNvSpPr/>
            <p:nvPr/>
          </p:nvSpPr>
          <p:spPr>
            <a:xfrm>
              <a:off x="-47382425" y="364000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0" y="0"/>
                  </a:moveTo>
                  <a:cubicBezTo>
                    <a:pt x="473" y="0"/>
                    <a:pt x="1" y="473"/>
                    <a:pt x="1" y="1071"/>
                  </a:cubicBezTo>
                  <a:cubicBezTo>
                    <a:pt x="1" y="1512"/>
                    <a:pt x="253" y="1890"/>
                    <a:pt x="694" y="2048"/>
                  </a:cubicBezTo>
                  <a:lnTo>
                    <a:pt x="694" y="1071"/>
                  </a:lnTo>
                  <a:cubicBezTo>
                    <a:pt x="694" y="851"/>
                    <a:pt x="851" y="693"/>
                    <a:pt x="1040" y="693"/>
                  </a:cubicBezTo>
                  <a:lnTo>
                    <a:pt x="2048" y="693"/>
                  </a:lnTo>
                  <a:cubicBezTo>
                    <a:pt x="1922" y="284"/>
                    <a:pt x="1513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9" name="Google Shape;9099;p82">
              <a:extLst>
                <a:ext uri="{FF2B5EF4-FFF2-40B4-BE49-F238E27FC236}">
                  <a16:creationId xmlns:a16="http://schemas.microsoft.com/office/drawing/2014/main" id="{F2ABDD7B-A123-E357-625D-A9FD639915AD}"/>
                </a:ext>
              </a:extLst>
            </p:cNvPr>
            <p:cNvSpPr/>
            <p:nvPr/>
          </p:nvSpPr>
          <p:spPr>
            <a:xfrm>
              <a:off x="-47346975" y="36746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0"/>
                  </a:moveTo>
                  <a:cubicBezTo>
                    <a:pt x="1261" y="693"/>
                    <a:pt x="693" y="1260"/>
                    <a:pt x="0" y="1355"/>
                  </a:cubicBezTo>
                  <a:lnTo>
                    <a:pt x="0" y="2111"/>
                  </a:lnTo>
                  <a:lnTo>
                    <a:pt x="2111" y="2111"/>
                  </a:lnTo>
                  <a:lnTo>
                    <a:pt x="21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10" name="Google Shape;9100;p82">
              <a:extLst>
                <a:ext uri="{FF2B5EF4-FFF2-40B4-BE49-F238E27FC236}">
                  <a16:creationId xmlns:a16="http://schemas.microsoft.com/office/drawing/2014/main" id="{AF51C3C0-A0D6-63DC-8DB6-8058F5153155}"/>
                </a:ext>
              </a:extLst>
            </p:cNvPr>
            <p:cNvSpPr/>
            <p:nvPr/>
          </p:nvSpPr>
          <p:spPr>
            <a:xfrm>
              <a:off x="-47452525" y="3569100"/>
              <a:ext cx="228425" cy="228425"/>
            </a:xfrm>
            <a:custGeom>
              <a:avLst/>
              <a:gdLst/>
              <a:ahLst/>
              <a:cxnLst/>
              <a:rect l="l" t="t" r="r" b="b"/>
              <a:pathLst>
                <a:path w="9137" h="9137" extrusionOk="0">
                  <a:moveTo>
                    <a:pt x="3907" y="2080"/>
                  </a:moveTo>
                  <a:cubicBezTo>
                    <a:pt x="4758" y="2080"/>
                    <a:pt x="5483" y="2679"/>
                    <a:pt x="5640" y="3498"/>
                  </a:cubicBezTo>
                  <a:lnTo>
                    <a:pt x="6743" y="3498"/>
                  </a:lnTo>
                  <a:cubicBezTo>
                    <a:pt x="6932" y="3498"/>
                    <a:pt x="7089" y="3655"/>
                    <a:pt x="7089" y="3844"/>
                  </a:cubicBezTo>
                  <a:lnTo>
                    <a:pt x="7089" y="6680"/>
                  </a:lnTo>
                  <a:lnTo>
                    <a:pt x="7058" y="6680"/>
                  </a:lnTo>
                  <a:cubicBezTo>
                    <a:pt x="7058" y="6900"/>
                    <a:pt x="6900" y="7058"/>
                    <a:pt x="6680" y="7058"/>
                  </a:cubicBezTo>
                  <a:lnTo>
                    <a:pt x="3907" y="7058"/>
                  </a:lnTo>
                  <a:cubicBezTo>
                    <a:pt x="3687" y="7058"/>
                    <a:pt x="3529" y="6900"/>
                    <a:pt x="3529" y="6680"/>
                  </a:cubicBezTo>
                  <a:lnTo>
                    <a:pt x="3529" y="5577"/>
                  </a:lnTo>
                  <a:cubicBezTo>
                    <a:pt x="2742" y="5419"/>
                    <a:pt x="2111" y="4726"/>
                    <a:pt x="2111" y="3844"/>
                  </a:cubicBezTo>
                  <a:cubicBezTo>
                    <a:pt x="2111" y="2868"/>
                    <a:pt x="2899" y="2080"/>
                    <a:pt x="3907" y="2080"/>
                  </a:cubicBezTo>
                  <a:close/>
                  <a:moveTo>
                    <a:pt x="4569" y="1"/>
                  </a:moveTo>
                  <a:cubicBezTo>
                    <a:pt x="2048" y="1"/>
                    <a:pt x="1" y="2048"/>
                    <a:pt x="1" y="4569"/>
                  </a:cubicBezTo>
                  <a:cubicBezTo>
                    <a:pt x="1" y="7089"/>
                    <a:pt x="2048" y="9137"/>
                    <a:pt x="4569" y="9137"/>
                  </a:cubicBezTo>
                  <a:cubicBezTo>
                    <a:pt x="7089" y="9137"/>
                    <a:pt x="9137" y="7089"/>
                    <a:pt x="9137" y="4569"/>
                  </a:cubicBezTo>
                  <a:cubicBezTo>
                    <a:pt x="9137" y="2048"/>
                    <a:pt x="7089" y="1"/>
                    <a:pt x="45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541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0">
          <a:extLst>
            <a:ext uri="{FF2B5EF4-FFF2-40B4-BE49-F238E27FC236}">
              <a16:creationId xmlns:a16="http://schemas.microsoft.com/office/drawing/2014/main" id="{7DAB13F3-4B7F-A8A7-F895-BDE17B4B3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37">
            <a:extLst>
              <a:ext uri="{FF2B5EF4-FFF2-40B4-BE49-F238E27FC236}">
                <a16:creationId xmlns:a16="http://schemas.microsoft.com/office/drawing/2014/main" id="{7013D51B-C43A-707F-A01E-2D24E60AB7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816" y="41002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WAREHOUSE DESIGN</a:t>
            </a:r>
            <a:endParaRPr dirty="0"/>
          </a:p>
        </p:txBody>
      </p:sp>
      <p:sp>
        <p:nvSpPr>
          <p:cNvPr id="1652" name="Google Shape;1652;p37">
            <a:extLst>
              <a:ext uri="{FF2B5EF4-FFF2-40B4-BE49-F238E27FC236}">
                <a16:creationId xmlns:a16="http://schemas.microsoft.com/office/drawing/2014/main" id="{965FCD5C-6CBE-6703-9CFF-DC214D6386C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97527" y="1120880"/>
            <a:ext cx="3623449" cy="3904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GB" b="1" dirty="0"/>
          </a:p>
          <a:p>
            <a:pPr marL="139700" indent="0">
              <a:buNone/>
            </a:pP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FF4C15-72A5-525C-76DD-51C936134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047" y="741759"/>
            <a:ext cx="6149906" cy="436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53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41"/>
          <p:cNvSpPr txBox="1">
            <a:spLocks noGrp="1"/>
          </p:cNvSpPr>
          <p:nvPr>
            <p:ph type="title"/>
          </p:nvPr>
        </p:nvSpPr>
        <p:spPr>
          <a:xfrm>
            <a:off x="683937" y="27068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Star Schema?</a:t>
            </a:r>
            <a:endParaRPr dirty="0"/>
          </a:p>
        </p:txBody>
      </p:sp>
      <p:sp>
        <p:nvSpPr>
          <p:cNvPr id="1884" name="Google Shape;1884;p41"/>
          <p:cNvSpPr txBox="1">
            <a:spLocks noGrp="1"/>
          </p:cNvSpPr>
          <p:nvPr>
            <p:ph type="subTitle" idx="1"/>
          </p:nvPr>
        </p:nvSpPr>
        <p:spPr>
          <a:xfrm>
            <a:off x="683937" y="2867789"/>
            <a:ext cx="2151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/>
            <a:r>
              <a:rPr lang="en-GB" dirty="0"/>
              <a:t>Simplifies analytical queries and reporting </a:t>
            </a:r>
          </a:p>
        </p:txBody>
      </p:sp>
      <p:sp>
        <p:nvSpPr>
          <p:cNvPr id="1885" name="Google Shape;1885;p41"/>
          <p:cNvSpPr txBox="1">
            <a:spLocks noGrp="1"/>
          </p:cNvSpPr>
          <p:nvPr>
            <p:ph type="subTitle" idx="2"/>
          </p:nvPr>
        </p:nvSpPr>
        <p:spPr>
          <a:xfrm>
            <a:off x="4463379" y="2731238"/>
            <a:ext cx="2151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supports payroll analysis, KPI generation, and dashboard visualization</a:t>
            </a:r>
            <a:endParaRPr dirty="0"/>
          </a:p>
        </p:txBody>
      </p:sp>
      <p:sp>
        <p:nvSpPr>
          <p:cNvPr id="1886" name="Google Shape;1886;p41"/>
          <p:cNvSpPr txBox="1">
            <a:spLocks noGrp="1"/>
          </p:cNvSpPr>
          <p:nvPr>
            <p:ph type="subTitle" idx="3"/>
          </p:nvPr>
        </p:nvSpPr>
        <p:spPr>
          <a:xfrm>
            <a:off x="2326311" y="4222202"/>
            <a:ext cx="264045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/>
            <a:r>
              <a:rPr lang="en-GB" dirty="0"/>
              <a:t>Improves query performance for payroll analysis </a:t>
            </a:r>
          </a:p>
        </p:txBody>
      </p:sp>
      <p:sp>
        <p:nvSpPr>
          <p:cNvPr id="1887" name="Google Shape;1887;p41"/>
          <p:cNvSpPr txBox="1">
            <a:spLocks noGrp="1"/>
          </p:cNvSpPr>
          <p:nvPr>
            <p:ph type="subTitle" idx="4"/>
          </p:nvPr>
        </p:nvSpPr>
        <p:spPr>
          <a:xfrm>
            <a:off x="6601208" y="4262356"/>
            <a:ext cx="21513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/>
            <a:r>
              <a:rPr lang="en-GB" dirty="0"/>
              <a:t>Provides a clear and scalable warehouse structure </a:t>
            </a:r>
          </a:p>
        </p:txBody>
      </p:sp>
      <p:sp>
        <p:nvSpPr>
          <p:cNvPr id="1888" name="Google Shape;1888;p41"/>
          <p:cNvSpPr txBox="1">
            <a:spLocks noGrp="1"/>
          </p:cNvSpPr>
          <p:nvPr>
            <p:ph type="subTitle" idx="5"/>
          </p:nvPr>
        </p:nvSpPr>
        <p:spPr>
          <a:xfrm>
            <a:off x="778533" y="2514294"/>
            <a:ext cx="2151300" cy="5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Simplified Querying</a:t>
            </a:r>
            <a:endParaRPr dirty="0"/>
          </a:p>
        </p:txBody>
      </p:sp>
      <p:sp>
        <p:nvSpPr>
          <p:cNvPr id="1889" name="Google Shape;1889;p41"/>
          <p:cNvSpPr txBox="1">
            <a:spLocks noGrp="1"/>
          </p:cNvSpPr>
          <p:nvPr>
            <p:ph type="subTitle" idx="6"/>
          </p:nvPr>
        </p:nvSpPr>
        <p:spPr>
          <a:xfrm>
            <a:off x="2326310" y="3870781"/>
            <a:ext cx="2640451" cy="5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Improved Performance</a:t>
            </a:r>
            <a:endParaRPr dirty="0"/>
          </a:p>
        </p:txBody>
      </p:sp>
      <p:sp>
        <p:nvSpPr>
          <p:cNvPr id="1890" name="Google Shape;1890;p41"/>
          <p:cNvSpPr txBox="1">
            <a:spLocks noGrp="1"/>
          </p:cNvSpPr>
          <p:nvPr>
            <p:ph type="subTitle" idx="7"/>
          </p:nvPr>
        </p:nvSpPr>
        <p:spPr>
          <a:xfrm>
            <a:off x="4081445" y="2369080"/>
            <a:ext cx="2915169" cy="5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sz="2000" dirty="0"/>
              <a:t>Better Analytics &amp; Reporting</a:t>
            </a:r>
            <a:endParaRPr sz="2000" dirty="0"/>
          </a:p>
        </p:txBody>
      </p:sp>
      <p:sp>
        <p:nvSpPr>
          <p:cNvPr id="1891" name="Google Shape;1891;p41"/>
          <p:cNvSpPr txBox="1">
            <a:spLocks noGrp="1"/>
          </p:cNvSpPr>
          <p:nvPr>
            <p:ph type="subTitle" idx="8"/>
          </p:nvPr>
        </p:nvSpPr>
        <p:spPr>
          <a:xfrm>
            <a:off x="6371503" y="3899997"/>
            <a:ext cx="2640450" cy="5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Scalable Warehouse Design</a:t>
            </a:r>
            <a:endParaRPr dirty="0"/>
          </a:p>
        </p:txBody>
      </p:sp>
      <p:grpSp>
        <p:nvGrpSpPr>
          <p:cNvPr id="1892" name="Google Shape;1892;p41"/>
          <p:cNvGrpSpPr/>
          <p:nvPr/>
        </p:nvGrpSpPr>
        <p:grpSpPr>
          <a:xfrm>
            <a:off x="1308599" y="1192209"/>
            <a:ext cx="941306" cy="885007"/>
            <a:chOff x="5443781" y="1451888"/>
            <a:chExt cx="1272379" cy="1196278"/>
          </a:xfrm>
        </p:grpSpPr>
        <p:sp>
          <p:nvSpPr>
            <p:cNvPr id="1893" name="Google Shape;1893;p41"/>
            <p:cNvSpPr/>
            <p:nvPr/>
          </p:nvSpPr>
          <p:spPr>
            <a:xfrm>
              <a:off x="5519882" y="1451888"/>
              <a:ext cx="1196278" cy="1196278"/>
            </a:xfrm>
            <a:custGeom>
              <a:avLst/>
              <a:gdLst/>
              <a:ahLst/>
              <a:cxnLst/>
              <a:rect l="l" t="t" r="r" b="b"/>
              <a:pathLst>
                <a:path w="25214" h="25214" extrusionOk="0">
                  <a:moveTo>
                    <a:pt x="12607" y="4963"/>
                  </a:moveTo>
                  <a:cubicBezTo>
                    <a:pt x="16817" y="4963"/>
                    <a:pt x="20251" y="8397"/>
                    <a:pt x="20251" y="12607"/>
                  </a:cubicBezTo>
                  <a:cubicBezTo>
                    <a:pt x="20251" y="16843"/>
                    <a:pt x="16817" y="20251"/>
                    <a:pt x="12607" y="20251"/>
                  </a:cubicBezTo>
                  <a:cubicBezTo>
                    <a:pt x="8371" y="20251"/>
                    <a:pt x="4963" y="16843"/>
                    <a:pt x="4963" y="12607"/>
                  </a:cubicBezTo>
                  <a:cubicBezTo>
                    <a:pt x="4963" y="8397"/>
                    <a:pt x="8371" y="4963"/>
                    <a:pt x="12607" y="4963"/>
                  </a:cubicBezTo>
                  <a:close/>
                  <a:moveTo>
                    <a:pt x="12607" y="1"/>
                  </a:moveTo>
                  <a:cubicBezTo>
                    <a:pt x="5639" y="1"/>
                    <a:pt x="0" y="5640"/>
                    <a:pt x="0" y="12607"/>
                  </a:cubicBezTo>
                  <a:cubicBezTo>
                    <a:pt x="0" y="19575"/>
                    <a:pt x="5639" y="25214"/>
                    <a:pt x="12607" y="25214"/>
                  </a:cubicBezTo>
                  <a:cubicBezTo>
                    <a:pt x="19574" y="25214"/>
                    <a:pt x="25213" y="19575"/>
                    <a:pt x="25213" y="12607"/>
                  </a:cubicBezTo>
                  <a:cubicBezTo>
                    <a:pt x="25213" y="5640"/>
                    <a:pt x="19574" y="1"/>
                    <a:pt x="126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1"/>
            <p:cNvSpPr/>
            <p:nvPr/>
          </p:nvSpPr>
          <p:spPr>
            <a:xfrm>
              <a:off x="5840936" y="1451888"/>
              <a:ext cx="563647" cy="279498"/>
            </a:xfrm>
            <a:custGeom>
              <a:avLst/>
              <a:gdLst/>
              <a:ahLst/>
              <a:cxnLst/>
              <a:rect l="l" t="t" r="r" b="b"/>
              <a:pathLst>
                <a:path w="11880" h="5891" extrusionOk="0">
                  <a:moveTo>
                    <a:pt x="5840" y="1"/>
                  </a:moveTo>
                  <a:cubicBezTo>
                    <a:pt x="3735" y="1"/>
                    <a:pt x="1755" y="527"/>
                    <a:pt x="0" y="1429"/>
                  </a:cubicBezTo>
                  <a:lnTo>
                    <a:pt x="2306" y="5840"/>
                  </a:lnTo>
                  <a:cubicBezTo>
                    <a:pt x="3359" y="5289"/>
                    <a:pt x="4562" y="4963"/>
                    <a:pt x="5840" y="4963"/>
                  </a:cubicBezTo>
                  <a:cubicBezTo>
                    <a:pt x="7168" y="4963"/>
                    <a:pt x="8421" y="5314"/>
                    <a:pt x="9499" y="5890"/>
                  </a:cubicBezTo>
                  <a:lnTo>
                    <a:pt x="11880" y="1555"/>
                  </a:lnTo>
                  <a:cubicBezTo>
                    <a:pt x="10075" y="552"/>
                    <a:pt x="8020" y="1"/>
                    <a:pt x="58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1"/>
            <p:cNvSpPr/>
            <p:nvPr/>
          </p:nvSpPr>
          <p:spPr>
            <a:xfrm>
              <a:off x="6390292" y="2078529"/>
              <a:ext cx="323480" cy="366323"/>
            </a:xfrm>
            <a:custGeom>
              <a:avLst/>
              <a:gdLst/>
              <a:ahLst/>
              <a:cxnLst/>
              <a:rect l="l" t="t" r="r" b="b"/>
              <a:pathLst>
                <a:path w="6818" h="7721" extrusionOk="0">
                  <a:moveTo>
                    <a:pt x="1880" y="1"/>
                  </a:moveTo>
                  <a:cubicBezTo>
                    <a:pt x="1755" y="1705"/>
                    <a:pt x="1053" y="3234"/>
                    <a:pt x="0" y="4437"/>
                  </a:cubicBezTo>
                  <a:lnTo>
                    <a:pt x="3735" y="7720"/>
                  </a:lnTo>
                  <a:cubicBezTo>
                    <a:pt x="5464" y="5740"/>
                    <a:pt x="6592" y="3184"/>
                    <a:pt x="6817" y="402"/>
                  </a:cubicBezTo>
                  <a:lnTo>
                    <a:pt x="18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1"/>
            <p:cNvSpPr/>
            <p:nvPr/>
          </p:nvSpPr>
          <p:spPr>
            <a:xfrm>
              <a:off x="5798094" y="2287805"/>
              <a:ext cx="770602" cy="360345"/>
            </a:xfrm>
            <a:custGeom>
              <a:avLst/>
              <a:gdLst/>
              <a:ahLst/>
              <a:cxnLst/>
              <a:rect l="l" t="t" r="r" b="b"/>
              <a:pathLst>
                <a:path w="16242" h="7595" extrusionOk="0">
                  <a:moveTo>
                    <a:pt x="12507" y="1"/>
                  </a:moveTo>
                  <a:cubicBezTo>
                    <a:pt x="11104" y="1630"/>
                    <a:pt x="9049" y="2632"/>
                    <a:pt x="6743" y="2632"/>
                  </a:cubicBezTo>
                  <a:cubicBezTo>
                    <a:pt x="5239" y="2632"/>
                    <a:pt x="3836" y="2206"/>
                    <a:pt x="2658" y="1479"/>
                  </a:cubicBezTo>
                  <a:lnTo>
                    <a:pt x="1" y="5665"/>
                  </a:lnTo>
                  <a:cubicBezTo>
                    <a:pt x="1956" y="6893"/>
                    <a:pt x="4262" y="7595"/>
                    <a:pt x="6743" y="7595"/>
                  </a:cubicBezTo>
                  <a:cubicBezTo>
                    <a:pt x="10527" y="7595"/>
                    <a:pt x="13936" y="5916"/>
                    <a:pt x="16242" y="3259"/>
                  </a:cubicBezTo>
                  <a:lnTo>
                    <a:pt x="125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1"/>
            <p:cNvSpPr/>
            <p:nvPr/>
          </p:nvSpPr>
          <p:spPr>
            <a:xfrm>
              <a:off x="5519882" y="1788408"/>
              <a:ext cx="404326" cy="768182"/>
            </a:xfrm>
            <a:custGeom>
              <a:avLst/>
              <a:gdLst/>
              <a:ahLst/>
              <a:cxnLst/>
              <a:rect l="l" t="t" r="r" b="b"/>
              <a:pathLst>
                <a:path w="8522" h="16191" extrusionOk="0">
                  <a:moveTo>
                    <a:pt x="1253" y="0"/>
                  </a:moveTo>
                  <a:cubicBezTo>
                    <a:pt x="451" y="1655"/>
                    <a:pt x="0" y="3534"/>
                    <a:pt x="0" y="5514"/>
                  </a:cubicBezTo>
                  <a:cubicBezTo>
                    <a:pt x="0" y="10000"/>
                    <a:pt x="2331" y="13960"/>
                    <a:pt x="5865" y="16191"/>
                  </a:cubicBezTo>
                  <a:lnTo>
                    <a:pt x="8522" y="12005"/>
                  </a:lnTo>
                  <a:cubicBezTo>
                    <a:pt x="6391" y="10652"/>
                    <a:pt x="4963" y="8246"/>
                    <a:pt x="4963" y="5514"/>
                  </a:cubicBezTo>
                  <a:cubicBezTo>
                    <a:pt x="4963" y="4311"/>
                    <a:pt x="5238" y="3183"/>
                    <a:pt x="5715" y="2156"/>
                  </a:cubicBezTo>
                  <a:lnTo>
                    <a:pt x="1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1"/>
            <p:cNvSpPr/>
            <p:nvPr/>
          </p:nvSpPr>
          <p:spPr>
            <a:xfrm>
              <a:off x="5444967" y="1939423"/>
              <a:ext cx="23817" cy="66613"/>
            </a:xfrm>
            <a:custGeom>
              <a:avLst/>
              <a:gdLst/>
              <a:ahLst/>
              <a:cxnLst/>
              <a:rect l="l" t="t" r="r" b="b"/>
              <a:pathLst>
                <a:path w="502" h="1404" extrusionOk="0">
                  <a:moveTo>
                    <a:pt x="151" y="0"/>
                  </a:moveTo>
                  <a:cubicBezTo>
                    <a:pt x="151" y="0"/>
                    <a:pt x="126" y="101"/>
                    <a:pt x="126" y="226"/>
                  </a:cubicBezTo>
                  <a:cubicBezTo>
                    <a:pt x="101" y="351"/>
                    <a:pt x="75" y="527"/>
                    <a:pt x="50" y="702"/>
                  </a:cubicBezTo>
                  <a:cubicBezTo>
                    <a:pt x="25" y="878"/>
                    <a:pt x="25" y="1028"/>
                    <a:pt x="0" y="1153"/>
                  </a:cubicBezTo>
                  <a:cubicBezTo>
                    <a:pt x="0" y="1304"/>
                    <a:pt x="0" y="1379"/>
                    <a:pt x="0" y="1379"/>
                  </a:cubicBezTo>
                  <a:lnTo>
                    <a:pt x="351" y="1404"/>
                  </a:lnTo>
                  <a:cubicBezTo>
                    <a:pt x="351" y="1404"/>
                    <a:pt x="376" y="1304"/>
                    <a:pt x="376" y="1178"/>
                  </a:cubicBezTo>
                  <a:cubicBezTo>
                    <a:pt x="376" y="1078"/>
                    <a:pt x="401" y="903"/>
                    <a:pt x="426" y="727"/>
                  </a:cubicBezTo>
                  <a:cubicBezTo>
                    <a:pt x="426" y="577"/>
                    <a:pt x="451" y="401"/>
                    <a:pt x="477" y="276"/>
                  </a:cubicBezTo>
                  <a:cubicBezTo>
                    <a:pt x="502" y="176"/>
                    <a:pt x="502" y="76"/>
                    <a:pt x="502" y="76"/>
                  </a:cubicBezTo>
                  <a:lnTo>
                    <a:pt x="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1"/>
            <p:cNvSpPr/>
            <p:nvPr/>
          </p:nvSpPr>
          <p:spPr>
            <a:xfrm>
              <a:off x="5443781" y="2036920"/>
              <a:ext cx="19073" cy="64241"/>
            </a:xfrm>
            <a:custGeom>
              <a:avLst/>
              <a:gdLst/>
              <a:ahLst/>
              <a:cxnLst/>
              <a:rect l="l" t="t" r="r" b="b"/>
              <a:pathLst>
                <a:path w="402" h="1354" extrusionOk="0">
                  <a:moveTo>
                    <a:pt x="0" y="1"/>
                  </a:moveTo>
                  <a:cubicBezTo>
                    <a:pt x="0" y="1"/>
                    <a:pt x="0" y="326"/>
                    <a:pt x="0" y="677"/>
                  </a:cubicBezTo>
                  <a:cubicBezTo>
                    <a:pt x="25" y="1003"/>
                    <a:pt x="50" y="1354"/>
                    <a:pt x="50" y="1354"/>
                  </a:cubicBezTo>
                  <a:lnTo>
                    <a:pt x="401" y="1329"/>
                  </a:lnTo>
                  <a:cubicBezTo>
                    <a:pt x="401" y="1329"/>
                    <a:pt x="401" y="1003"/>
                    <a:pt x="376" y="652"/>
                  </a:cubicBezTo>
                  <a:cubicBezTo>
                    <a:pt x="351" y="326"/>
                    <a:pt x="376" y="1"/>
                    <a:pt x="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1"/>
            <p:cNvSpPr/>
            <p:nvPr/>
          </p:nvSpPr>
          <p:spPr>
            <a:xfrm>
              <a:off x="5448526" y="2130860"/>
              <a:ext cx="27376" cy="65427"/>
            </a:xfrm>
            <a:custGeom>
              <a:avLst/>
              <a:gdLst/>
              <a:ahLst/>
              <a:cxnLst/>
              <a:rect l="l" t="t" r="r" b="b"/>
              <a:pathLst>
                <a:path w="577" h="1379" extrusionOk="0">
                  <a:moveTo>
                    <a:pt x="376" y="1"/>
                  </a:moveTo>
                  <a:lnTo>
                    <a:pt x="0" y="51"/>
                  </a:lnTo>
                  <a:cubicBezTo>
                    <a:pt x="0" y="51"/>
                    <a:pt x="26" y="126"/>
                    <a:pt x="26" y="251"/>
                  </a:cubicBezTo>
                  <a:cubicBezTo>
                    <a:pt x="51" y="376"/>
                    <a:pt x="76" y="552"/>
                    <a:pt x="101" y="702"/>
                  </a:cubicBezTo>
                  <a:cubicBezTo>
                    <a:pt x="126" y="878"/>
                    <a:pt x="151" y="1053"/>
                    <a:pt x="176" y="1178"/>
                  </a:cubicBezTo>
                  <a:cubicBezTo>
                    <a:pt x="201" y="1304"/>
                    <a:pt x="226" y="1379"/>
                    <a:pt x="226" y="1379"/>
                  </a:cubicBezTo>
                  <a:lnTo>
                    <a:pt x="577" y="1304"/>
                  </a:lnTo>
                  <a:cubicBezTo>
                    <a:pt x="577" y="1304"/>
                    <a:pt x="552" y="1229"/>
                    <a:pt x="552" y="1103"/>
                  </a:cubicBezTo>
                  <a:cubicBezTo>
                    <a:pt x="527" y="978"/>
                    <a:pt x="502" y="828"/>
                    <a:pt x="477" y="652"/>
                  </a:cubicBezTo>
                  <a:cubicBezTo>
                    <a:pt x="452" y="502"/>
                    <a:pt x="427" y="326"/>
                    <a:pt x="402" y="201"/>
                  </a:cubicBezTo>
                  <a:cubicBezTo>
                    <a:pt x="376" y="76"/>
                    <a:pt x="376" y="1"/>
                    <a:pt x="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1"/>
            <p:cNvSpPr/>
            <p:nvPr/>
          </p:nvSpPr>
          <p:spPr>
            <a:xfrm>
              <a:off x="5466365" y="2223613"/>
              <a:ext cx="34540" cy="66613"/>
            </a:xfrm>
            <a:custGeom>
              <a:avLst/>
              <a:gdLst/>
              <a:ahLst/>
              <a:cxnLst/>
              <a:rect l="l" t="t" r="r" b="b"/>
              <a:pathLst>
                <a:path w="728" h="1404" extrusionOk="0">
                  <a:moveTo>
                    <a:pt x="351" y="0"/>
                  </a:moveTo>
                  <a:lnTo>
                    <a:pt x="0" y="76"/>
                  </a:lnTo>
                  <a:lnTo>
                    <a:pt x="376" y="1404"/>
                  </a:lnTo>
                  <a:lnTo>
                    <a:pt x="727" y="1279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1"/>
            <p:cNvSpPr/>
            <p:nvPr/>
          </p:nvSpPr>
          <p:spPr>
            <a:xfrm>
              <a:off x="5496112" y="2312808"/>
              <a:ext cx="41657" cy="65427"/>
            </a:xfrm>
            <a:custGeom>
              <a:avLst/>
              <a:gdLst/>
              <a:ahLst/>
              <a:cxnLst/>
              <a:rect l="l" t="t" r="r" b="b"/>
              <a:pathLst>
                <a:path w="878" h="1379" extrusionOk="0">
                  <a:moveTo>
                    <a:pt x="351" y="0"/>
                  </a:moveTo>
                  <a:lnTo>
                    <a:pt x="0" y="125"/>
                  </a:lnTo>
                  <a:cubicBezTo>
                    <a:pt x="0" y="125"/>
                    <a:pt x="25" y="226"/>
                    <a:pt x="75" y="326"/>
                  </a:cubicBezTo>
                  <a:cubicBezTo>
                    <a:pt x="125" y="451"/>
                    <a:pt x="175" y="627"/>
                    <a:pt x="251" y="777"/>
                  </a:cubicBezTo>
                  <a:cubicBezTo>
                    <a:pt x="401" y="1078"/>
                    <a:pt x="551" y="1379"/>
                    <a:pt x="551" y="1379"/>
                  </a:cubicBezTo>
                  <a:lnTo>
                    <a:pt x="877" y="1228"/>
                  </a:lnTo>
                  <a:cubicBezTo>
                    <a:pt x="877" y="1228"/>
                    <a:pt x="727" y="927"/>
                    <a:pt x="602" y="627"/>
                  </a:cubicBezTo>
                  <a:cubicBezTo>
                    <a:pt x="501" y="476"/>
                    <a:pt x="451" y="301"/>
                    <a:pt x="426" y="201"/>
                  </a:cubicBezTo>
                  <a:cubicBezTo>
                    <a:pt x="376" y="75"/>
                    <a:pt x="351" y="0"/>
                    <a:pt x="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1"/>
            <p:cNvSpPr/>
            <p:nvPr/>
          </p:nvSpPr>
          <p:spPr>
            <a:xfrm>
              <a:off x="5536535" y="2398397"/>
              <a:ext cx="48773" cy="63054"/>
            </a:xfrm>
            <a:custGeom>
              <a:avLst/>
              <a:gdLst/>
              <a:ahLst/>
              <a:cxnLst/>
              <a:rect l="l" t="t" r="r" b="b"/>
              <a:pathLst>
                <a:path w="1028" h="1329" extrusionOk="0">
                  <a:moveTo>
                    <a:pt x="326" y="1"/>
                  </a:moveTo>
                  <a:lnTo>
                    <a:pt x="0" y="176"/>
                  </a:lnTo>
                  <a:cubicBezTo>
                    <a:pt x="0" y="176"/>
                    <a:pt x="176" y="477"/>
                    <a:pt x="351" y="753"/>
                  </a:cubicBezTo>
                  <a:cubicBezTo>
                    <a:pt x="451" y="903"/>
                    <a:pt x="526" y="1053"/>
                    <a:pt x="602" y="1154"/>
                  </a:cubicBezTo>
                  <a:cubicBezTo>
                    <a:pt x="677" y="1254"/>
                    <a:pt x="727" y="1329"/>
                    <a:pt x="727" y="1329"/>
                  </a:cubicBezTo>
                  <a:lnTo>
                    <a:pt x="1028" y="1128"/>
                  </a:lnTo>
                  <a:cubicBezTo>
                    <a:pt x="1028" y="1128"/>
                    <a:pt x="978" y="1053"/>
                    <a:pt x="902" y="953"/>
                  </a:cubicBezTo>
                  <a:cubicBezTo>
                    <a:pt x="852" y="853"/>
                    <a:pt x="752" y="702"/>
                    <a:pt x="677" y="577"/>
                  </a:cubicBezTo>
                  <a:cubicBezTo>
                    <a:pt x="501" y="276"/>
                    <a:pt x="326" y="1"/>
                    <a:pt x="3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1"/>
            <p:cNvSpPr/>
            <p:nvPr/>
          </p:nvSpPr>
          <p:spPr>
            <a:xfrm>
              <a:off x="5590004" y="2476869"/>
              <a:ext cx="53565" cy="60682"/>
            </a:xfrm>
            <a:custGeom>
              <a:avLst/>
              <a:gdLst/>
              <a:ahLst/>
              <a:cxnLst/>
              <a:rect l="l" t="t" r="r" b="b"/>
              <a:pathLst>
                <a:path w="1129" h="1279" extrusionOk="0">
                  <a:moveTo>
                    <a:pt x="277" y="1"/>
                  </a:moveTo>
                  <a:lnTo>
                    <a:pt x="1" y="226"/>
                  </a:lnTo>
                  <a:cubicBezTo>
                    <a:pt x="1" y="226"/>
                    <a:pt x="51" y="302"/>
                    <a:pt x="126" y="402"/>
                  </a:cubicBezTo>
                  <a:cubicBezTo>
                    <a:pt x="201" y="502"/>
                    <a:pt x="277" y="652"/>
                    <a:pt x="402" y="778"/>
                  </a:cubicBezTo>
                  <a:cubicBezTo>
                    <a:pt x="628" y="1028"/>
                    <a:pt x="853" y="1279"/>
                    <a:pt x="853" y="1279"/>
                  </a:cubicBezTo>
                  <a:lnTo>
                    <a:pt x="1129" y="1053"/>
                  </a:lnTo>
                  <a:cubicBezTo>
                    <a:pt x="1129" y="1053"/>
                    <a:pt x="903" y="778"/>
                    <a:pt x="678" y="527"/>
                  </a:cubicBezTo>
                  <a:cubicBezTo>
                    <a:pt x="577" y="427"/>
                    <a:pt x="477" y="276"/>
                    <a:pt x="402" y="176"/>
                  </a:cubicBezTo>
                  <a:cubicBezTo>
                    <a:pt x="327" y="76"/>
                    <a:pt x="277" y="1"/>
                    <a:pt x="2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5" name="Google Shape;1905;p41"/>
          <p:cNvGrpSpPr/>
          <p:nvPr/>
        </p:nvGrpSpPr>
        <p:grpSpPr>
          <a:xfrm>
            <a:off x="4809212" y="1320723"/>
            <a:ext cx="1376422" cy="727728"/>
            <a:chOff x="6526311" y="1201576"/>
            <a:chExt cx="1644077" cy="799437"/>
          </a:xfrm>
        </p:grpSpPr>
        <p:sp>
          <p:nvSpPr>
            <p:cNvPr id="1906" name="Google Shape;1906;p41"/>
            <p:cNvSpPr/>
            <p:nvPr/>
          </p:nvSpPr>
          <p:spPr>
            <a:xfrm>
              <a:off x="6526311" y="1306513"/>
              <a:ext cx="1644077" cy="694501"/>
            </a:xfrm>
            <a:custGeom>
              <a:avLst/>
              <a:gdLst/>
              <a:ahLst/>
              <a:cxnLst/>
              <a:rect l="l" t="t" r="r" b="b"/>
              <a:pathLst>
                <a:path w="26818" h="11330" extrusionOk="0">
                  <a:moveTo>
                    <a:pt x="1" y="1"/>
                  </a:moveTo>
                  <a:lnTo>
                    <a:pt x="1" y="11329"/>
                  </a:lnTo>
                  <a:lnTo>
                    <a:pt x="26818" y="11329"/>
                  </a:lnTo>
                  <a:lnTo>
                    <a:pt x="26818" y="10928"/>
                  </a:lnTo>
                  <a:lnTo>
                    <a:pt x="427" y="10928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1"/>
            <p:cNvSpPr/>
            <p:nvPr/>
          </p:nvSpPr>
          <p:spPr>
            <a:xfrm>
              <a:off x="6611548" y="1201576"/>
              <a:ext cx="1346970" cy="666984"/>
            </a:xfrm>
            <a:custGeom>
              <a:avLst/>
              <a:gdLst/>
              <a:ahLst/>
              <a:cxnLst/>
              <a:rect l="l" t="t" r="r" b="b"/>
              <a:pathLst>
                <a:path w="30252" h="14980" extrusionOk="0">
                  <a:moveTo>
                    <a:pt x="22116" y="1"/>
                  </a:moveTo>
                  <a:cubicBezTo>
                    <a:pt x="19905" y="1"/>
                    <a:pt x="19649" y="2529"/>
                    <a:pt x="17995" y="3200"/>
                  </a:cubicBezTo>
                  <a:cubicBezTo>
                    <a:pt x="17712" y="3321"/>
                    <a:pt x="17456" y="3372"/>
                    <a:pt x="17221" y="3372"/>
                  </a:cubicBezTo>
                  <a:cubicBezTo>
                    <a:pt x="16039" y="3372"/>
                    <a:pt x="15343" y="2080"/>
                    <a:pt x="13985" y="1746"/>
                  </a:cubicBezTo>
                  <a:cubicBezTo>
                    <a:pt x="13730" y="1681"/>
                    <a:pt x="13477" y="1652"/>
                    <a:pt x="13225" y="1652"/>
                  </a:cubicBezTo>
                  <a:cubicBezTo>
                    <a:pt x="11449" y="1652"/>
                    <a:pt x="9767" y="3081"/>
                    <a:pt x="8296" y="3125"/>
                  </a:cubicBezTo>
                  <a:cubicBezTo>
                    <a:pt x="8287" y="3125"/>
                    <a:pt x="8278" y="3125"/>
                    <a:pt x="8269" y="3125"/>
                  </a:cubicBezTo>
                  <a:cubicBezTo>
                    <a:pt x="6933" y="3125"/>
                    <a:pt x="6228" y="1268"/>
                    <a:pt x="4286" y="894"/>
                  </a:cubicBezTo>
                  <a:cubicBezTo>
                    <a:pt x="3919" y="824"/>
                    <a:pt x="3584" y="792"/>
                    <a:pt x="3277" y="792"/>
                  </a:cubicBezTo>
                  <a:cubicBezTo>
                    <a:pt x="289" y="792"/>
                    <a:pt x="0" y="3801"/>
                    <a:pt x="0" y="3801"/>
                  </a:cubicBezTo>
                  <a:lnTo>
                    <a:pt x="12081" y="11295"/>
                  </a:lnTo>
                  <a:lnTo>
                    <a:pt x="29975" y="14979"/>
                  </a:lnTo>
                  <a:lnTo>
                    <a:pt x="30251" y="4102"/>
                  </a:lnTo>
                  <a:cubicBezTo>
                    <a:pt x="30199" y="3236"/>
                    <a:pt x="29882" y="2991"/>
                    <a:pt x="29405" y="2991"/>
                  </a:cubicBezTo>
                  <a:cubicBezTo>
                    <a:pt x="28783" y="2991"/>
                    <a:pt x="27889" y="3408"/>
                    <a:pt x="26955" y="3408"/>
                  </a:cubicBezTo>
                  <a:cubicBezTo>
                    <a:pt x="26885" y="3408"/>
                    <a:pt x="26814" y="3406"/>
                    <a:pt x="26742" y="3400"/>
                  </a:cubicBezTo>
                  <a:cubicBezTo>
                    <a:pt x="25013" y="3300"/>
                    <a:pt x="24888" y="268"/>
                    <a:pt x="22432" y="17"/>
                  </a:cubicBezTo>
                  <a:cubicBezTo>
                    <a:pt x="22322" y="6"/>
                    <a:pt x="22217" y="1"/>
                    <a:pt x="22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1"/>
            <p:cNvSpPr/>
            <p:nvPr/>
          </p:nvSpPr>
          <p:spPr>
            <a:xfrm>
              <a:off x="6611548" y="1230161"/>
              <a:ext cx="1342473" cy="685284"/>
            </a:xfrm>
            <a:custGeom>
              <a:avLst/>
              <a:gdLst/>
              <a:ahLst/>
              <a:cxnLst/>
              <a:rect l="l" t="t" r="r" b="b"/>
              <a:pathLst>
                <a:path w="30151" h="15391" extrusionOk="0">
                  <a:moveTo>
                    <a:pt x="7548" y="0"/>
                  </a:moveTo>
                  <a:cubicBezTo>
                    <a:pt x="5389" y="0"/>
                    <a:pt x="5054" y="2169"/>
                    <a:pt x="2832" y="2758"/>
                  </a:cubicBezTo>
                  <a:cubicBezTo>
                    <a:pt x="1539" y="3119"/>
                    <a:pt x="778" y="3191"/>
                    <a:pt x="376" y="3191"/>
                  </a:cubicBezTo>
                  <a:cubicBezTo>
                    <a:pt x="109" y="3191"/>
                    <a:pt x="0" y="3159"/>
                    <a:pt x="0" y="3159"/>
                  </a:cubicBezTo>
                  <a:lnTo>
                    <a:pt x="0" y="15390"/>
                  </a:lnTo>
                  <a:lnTo>
                    <a:pt x="30151" y="15390"/>
                  </a:lnTo>
                  <a:lnTo>
                    <a:pt x="30051" y="6367"/>
                  </a:lnTo>
                  <a:cubicBezTo>
                    <a:pt x="29575" y="6552"/>
                    <a:pt x="28892" y="7337"/>
                    <a:pt x="27985" y="7337"/>
                  </a:cubicBezTo>
                  <a:cubicBezTo>
                    <a:pt x="27412" y="7337"/>
                    <a:pt x="26748" y="7023"/>
                    <a:pt x="25990" y="6042"/>
                  </a:cubicBezTo>
                  <a:cubicBezTo>
                    <a:pt x="24500" y="4111"/>
                    <a:pt x="23009" y="3391"/>
                    <a:pt x="21574" y="3391"/>
                  </a:cubicBezTo>
                  <a:cubicBezTo>
                    <a:pt x="21127" y="3391"/>
                    <a:pt x="20685" y="3460"/>
                    <a:pt x="20251" y="3585"/>
                  </a:cubicBezTo>
                  <a:cubicBezTo>
                    <a:pt x="18246" y="4137"/>
                    <a:pt x="17394" y="6493"/>
                    <a:pt x="14161" y="6568"/>
                  </a:cubicBezTo>
                  <a:cubicBezTo>
                    <a:pt x="14134" y="6569"/>
                    <a:pt x="14108" y="6569"/>
                    <a:pt x="14081" y="6569"/>
                  </a:cubicBezTo>
                  <a:cubicBezTo>
                    <a:pt x="10932" y="6569"/>
                    <a:pt x="11155" y="648"/>
                    <a:pt x="8296" y="77"/>
                  </a:cubicBezTo>
                  <a:cubicBezTo>
                    <a:pt x="8024" y="24"/>
                    <a:pt x="7776" y="0"/>
                    <a:pt x="75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1"/>
            <p:cNvSpPr/>
            <p:nvPr/>
          </p:nvSpPr>
          <p:spPr>
            <a:xfrm>
              <a:off x="6611548" y="1420902"/>
              <a:ext cx="1346970" cy="494539"/>
            </a:xfrm>
            <a:custGeom>
              <a:avLst/>
              <a:gdLst/>
              <a:ahLst/>
              <a:cxnLst/>
              <a:rect l="l" t="t" r="r" b="b"/>
              <a:pathLst>
                <a:path w="30252" h="11107" extrusionOk="0">
                  <a:moveTo>
                    <a:pt x="14272" y="0"/>
                  </a:moveTo>
                  <a:cubicBezTo>
                    <a:pt x="12918" y="0"/>
                    <a:pt x="11646" y="1023"/>
                    <a:pt x="10752" y="2159"/>
                  </a:cubicBezTo>
                  <a:cubicBezTo>
                    <a:pt x="9631" y="3603"/>
                    <a:pt x="8567" y="6086"/>
                    <a:pt x="7003" y="6086"/>
                  </a:cubicBezTo>
                  <a:cubicBezTo>
                    <a:pt x="6505" y="6086"/>
                    <a:pt x="5956" y="5834"/>
                    <a:pt x="5339" y="5216"/>
                  </a:cubicBezTo>
                  <a:cubicBezTo>
                    <a:pt x="3688" y="3566"/>
                    <a:pt x="1944" y="3273"/>
                    <a:pt x="915" y="3273"/>
                  </a:cubicBezTo>
                  <a:cubicBezTo>
                    <a:pt x="350" y="3273"/>
                    <a:pt x="0" y="3362"/>
                    <a:pt x="0" y="3362"/>
                  </a:cubicBezTo>
                  <a:lnTo>
                    <a:pt x="0" y="11106"/>
                  </a:lnTo>
                  <a:lnTo>
                    <a:pt x="30151" y="11106"/>
                  </a:lnTo>
                  <a:lnTo>
                    <a:pt x="30251" y="154"/>
                  </a:lnTo>
                  <a:cubicBezTo>
                    <a:pt x="29801" y="90"/>
                    <a:pt x="29383" y="60"/>
                    <a:pt x="28994" y="60"/>
                  </a:cubicBezTo>
                  <a:cubicBezTo>
                    <a:pt x="24176" y="60"/>
                    <a:pt x="23763" y="4627"/>
                    <a:pt x="22256" y="6018"/>
                  </a:cubicBezTo>
                  <a:cubicBezTo>
                    <a:pt x="21852" y="6398"/>
                    <a:pt x="21490" y="6579"/>
                    <a:pt x="21138" y="6579"/>
                  </a:cubicBezTo>
                  <a:cubicBezTo>
                    <a:pt x="20095" y="6579"/>
                    <a:pt x="19137" y="4983"/>
                    <a:pt x="17394" y="2209"/>
                  </a:cubicBezTo>
                  <a:cubicBezTo>
                    <a:pt x="16394" y="600"/>
                    <a:pt x="15309" y="0"/>
                    <a:pt x="142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0" name="Google Shape;1910;p41"/>
          <p:cNvGrpSpPr/>
          <p:nvPr/>
        </p:nvGrpSpPr>
        <p:grpSpPr>
          <a:xfrm>
            <a:off x="3144561" y="2623664"/>
            <a:ext cx="1003950" cy="844664"/>
            <a:chOff x="5611505" y="1437175"/>
            <a:chExt cx="2846470" cy="2394850"/>
          </a:xfrm>
        </p:grpSpPr>
        <p:sp>
          <p:nvSpPr>
            <p:cNvPr id="1911" name="Google Shape;1911;p41"/>
            <p:cNvSpPr/>
            <p:nvPr/>
          </p:nvSpPr>
          <p:spPr>
            <a:xfrm>
              <a:off x="5611505" y="1437175"/>
              <a:ext cx="2846470" cy="2394850"/>
            </a:xfrm>
            <a:custGeom>
              <a:avLst/>
              <a:gdLst/>
              <a:ahLst/>
              <a:cxnLst/>
              <a:rect l="l" t="t" r="r" b="b"/>
              <a:pathLst>
                <a:path w="29701" h="24988" extrusionOk="0">
                  <a:moveTo>
                    <a:pt x="14863" y="0"/>
                  </a:moveTo>
                  <a:lnTo>
                    <a:pt x="1" y="24988"/>
                  </a:lnTo>
                  <a:lnTo>
                    <a:pt x="29700" y="24988"/>
                  </a:lnTo>
                  <a:lnTo>
                    <a:pt x="148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1"/>
            <p:cNvSpPr/>
            <p:nvPr/>
          </p:nvSpPr>
          <p:spPr>
            <a:xfrm>
              <a:off x="5611505" y="3137748"/>
              <a:ext cx="2846470" cy="694265"/>
            </a:xfrm>
            <a:custGeom>
              <a:avLst/>
              <a:gdLst/>
              <a:ahLst/>
              <a:cxnLst/>
              <a:rect l="l" t="t" r="r" b="b"/>
              <a:pathLst>
                <a:path w="29701" h="7244" extrusionOk="0">
                  <a:moveTo>
                    <a:pt x="4311" y="1"/>
                  </a:moveTo>
                  <a:lnTo>
                    <a:pt x="1" y="7244"/>
                  </a:lnTo>
                  <a:lnTo>
                    <a:pt x="29700" y="7244"/>
                  </a:lnTo>
                  <a:lnTo>
                    <a:pt x="253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1"/>
            <p:cNvSpPr/>
            <p:nvPr/>
          </p:nvSpPr>
          <p:spPr>
            <a:xfrm>
              <a:off x="6420960" y="1437175"/>
              <a:ext cx="1229883" cy="1035360"/>
            </a:xfrm>
            <a:custGeom>
              <a:avLst/>
              <a:gdLst/>
              <a:ahLst/>
              <a:cxnLst/>
              <a:rect l="l" t="t" r="r" b="b"/>
              <a:pathLst>
                <a:path w="12833" h="10803" extrusionOk="0">
                  <a:moveTo>
                    <a:pt x="6417" y="0"/>
                  </a:moveTo>
                  <a:lnTo>
                    <a:pt x="1" y="10802"/>
                  </a:lnTo>
                  <a:lnTo>
                    <a:pt x="12833" y="10802"/>
                  </a:lnTo>
                  <a:lnTo>
                    <a:pt x="64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1"/>
            <p:cNvSpPr/>
            <p:nvPr/>
          </p:nvSpPr>
          <p:spPr>
            <a:xfrm>
              <a:off x="6420960" y="2102492"/>
              <a:ext cx="1229883" cy="370038"/>
            </a:xfrm>
            <a:custGeom>
              <a:avLst/>
              <a:gdLst/>
              <a:ahLst/>
              <a:cxnLst/>
              <a:rect l="l" t="t" r="r" b="b"/>
              <a:pathLst>
                <a:path w="12833" h="3861" extrusionOk="0">
                  <a:moveTo>
                    <a:pt x="2281" y="1"/>
                  </a:moveTo>
                  <a:lnTo>
                    <a:pt x="1" y="3860"/>
                  </a:lnTo>
                  <a:lnTo>
                    <a:pt x="12833" y="3860"/>
                  </a:lnTo>
                  <a:lnTo>
                    <a:pt x="105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5" name="Google Shape;1915;p41"/>
          <p:cNvGrpSpPr/>
          <p:nvPr/>
        </p:nvGrpSpPr>
        <p:grpSpPr>
          <a:xfrm>
            <a:off x="7062718" y="2759850"/>
            <a:ext cx="1361282" cy="694501"/>
            <a:chOff x="4984402" y="2655325"/>
            <a:chExt cx="1361282" cy="694501"/>
          </a:xfrm>
        </p:grpSpPr>
        <p:grpSp>
          <p:nvGrpSpPr>
            <p:cNvPr id="1916" name="Google Shape;1916;p41"/>
            <p:cNvGrpSpPr/>
            <p:nvPr/>
          </p:nvGrpSpPr>
          <p:grpSpPr>
            <a:xfrm>
              <a:off x="5071009" y="2720922"/>
              <a:ext cx="1055066" cy="540857"/>
              <a:chOff x="6922107" y="2182622"/>
              <a:chExt cx="1662306" cy="1441517"/>
            </a:xfrm>
          </p:grpSpPr>
          <p:sp>
            <p:nvSpPr>
              <p:cNvPr id="1917" name="Google Shape;1917;p41"/>
              <p:cNvSpPr/>
              <p:nvPr/>
            </p:nvSpPr>
            <p:spPr>
              <a:xfrm>
                <a:off x="6924246" y="2182622"/>
                <a:ext cx="482671" cy="238169"/>
              </a:xfrm>
              <a:custGeom>
                <a:avLst/>
                <a:gdLst/>
                <a:ahLst/>
                <a:cxnLst/>
                <a:rect l="l" t="t" r="r" b="b"/>
                <a:pathLst>
                  <a:path w="5640" h="2783" extrusionOk="0">
                    <a:moveTo>
                      <a:pt x="0" y="1"/>
                    </a:moveTo>
                    <a:lnTo>
                      <a:pt x="0" y="2758"/>
                    </a:lnTo>
                    <a:lnTo>
                      <a:pt x="5639" y="2783"/>
                    </a:lnTo>
                    <a:lnTo>
                      <a:pt x="563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41"/>
              <p:cNvSpPr/>
              <p:nvPr/>
            </p:nvSpPr>
            <p:spPr>
              <a:xfrm>
                <a:off x="6922107" y="2472226"/>
                <a:ext cx="1340611" cy="240309"/>
              </a:xfrm>
              <a:custGeom>
                <a:avLst/>
                <a:gdLst/>
                <a:ahLst/>
                <a:cxnLst/>
                <a:rect l="l" t="t" r="r" b="b"/>
                <a:pathLst>
                  <a:path w="15665" h="2808" extrusionOk="0">
                    <a:moveTo>
                      <a:pt x="25" y="0"/>
                    </a:moveTo>
                    <a:lnTo>
                      <a:pt x="0" y="2757"/>
                    </a:lnTo>
                    <a:lnTo>
                      <a:pt x="15664" y="2807"/>
                    </a:lnTo>
                    <a:lnTo>
                      <a:pt x="15664" y="25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41"/>
              <p:cNvSpPr/>
              <p:nvPr/>
            </p:nvSpPr>
            <p:spPr>
              <a:xfrm>
                <a:off x="6922107" y="2774668"/>
                <a:ext cx="763630" cy="238169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2783" extrusionOk="0">
                    <a:moveTo>
                      <a:pt x="0" y="0"/>
                    </a:moveTo>
                    <a:lnTo>
                      <a:pt x="0" y="2757"/>
                    </a:lnTo>
                    <a:lnTo>
                      <a:pt x="8922" y="2782"/>
                    </a:lnTo>
                    <a:lnTo>
                      <a:pt x="8922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41"/>
              <p:cNvSpPr/>
              <p:nvPr/>
            </p:nvSpPr>
            <p:spPr>
              <a:xfrm>
                <a:off x="6922107" y="3070606"/>
                <a:ext cx="918017" cy="240309"/>
              </a:xfrm>
              <a:custGeom>
                <a:avLst/>
                <a:gdLst/>
                <a:ahLst/>
                <a:cxnLst/>
                <a:rect l="l" t="t" r="r" b="b"/>
                <a:pathLst>
                  <a:path w="10727" h="2808" extrusionOk="0">
                    <a:moveTo>
                      <a:pt x="0" y="1"/>
                    </a:moveTo>
                    <a:lnTo>
                      <a:pt x="0" y="2783"/>
                    </a:lnTo>
                    <a:lnTo>
                      <a:pt x="10727" y="2808"/>
                    </a:lnTo>
                    <a:lnTo>
                      <a:pt x="1072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41"/>
              <p:cNvSpPr/>
              <p:nvPr/>
            </p:nvSpPr>
            <p:spPr>
              <a:xfrm>
                <a:off x="6922107" y="3383745"/>
                <a:ext cx="1662306" cy="240394"/>
              </a:xfrm>
              <a:custGeom>
                <a:avLst/>
                <a:gdLst/>
                <a:ahLst/>
                <a:cxnLst/>
                <a:rect l="l" t="t" r="r" b="b"/>
                <a:pathLst>
                  <a:path w="19424" h="2809" extrusionOk="0">
                    <a:moveTo>
                      <a:pt x="0" y="1"/>
                    </a:moveTo>
                    <a:lnTo>
                      <a:pt x="0" y="2783"/>
                    </a:lnTo>
                    <a:lnTo>
                      <a:pt x="19424" y="2808"/>
                    </a:lnTo>
                    <a:lnTo>
                      <a:pt x="19424" y="5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22" name="Google Shape;1922;p41"/>
            <p:cNvSpPr/>
            <p:nvPr/>
          </p:nvSpPr>
          <p:spPr>
            <a:xfrm>
              <a:off x="4984402" y="2655325"/>
              <a:ext cx="1361282" cy="694501"/>
            </a:xfrm>
            <a:custGeom>
              <a:avLst/>
              <a:gdLst/>
              <a:ahLst/>
              <a:cxnLst/>
              <a:rect l="l" t="t" r="r" b="b"/>
              <a:pathLst>
                <a:path w="26818" h="11330" extrusionOk="0">
                  <a:moveTo>
                    <a:pt x="1" y="1"/>
                  </a:moveTo>
                  <a:lnTo>
                    <a:pt x="1" y="11329"/>
                  </a:lnTo>
                  <a:lnTo>
                    <a:pt x="26818" y="11329"/>
                  </a:lnTo>
                  <a:lnTo>
                    <a:pt x="26818" y="10928"/>
                  </a:lnTo>
                  <a:lnTo>
                    <a:pt x="427" y="10928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>
          <a:extLst>
            <a:ext uri="{FF2B5EF4-FFF2-40B4-BE49-F238E27FC236}">
              <a16:creationId xmlns:a16="http://schemas.microsoft.com/office/drawing/2014/main" id="{21C853D8-AAF9-1284-102C-5160718D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36">
            <a:extLst>
              <a:ext uri="{FF2B5EF4-FFF2-40B4-BE49-F238E27FC236}">
                <a16:creationId xmlns:a16="http://schemas.microsoft.com/office/drawing/2014/main" id="{E1467ED4-C8CD-BB49-C873-F0E84BFF39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1731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FACT TABLE DETAILS</a:t>
            </a:r>
            <a:endParaRPr dirty="0"/>
          </a:p>
        </p:txBody>
      </p:sp>
      <p:graphicFrame>
        <p:nvGraphicFramePr>
          <p:cNvPr id="2" name="Google Shape;1460;p32">
            <a:extLst>
              <a:ext uri="{FF2B5EF4-FFF2-40B4-BE49-F238E27FC236}">
                <a16:creationId xmlns:a16="http://schemas.microsoft.com/office/drawing/2014/main" id="{5A064CEF-ECED-77FA-9BC6-E25D4B1143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441343"/>
              </p:ext>
            </p:extLst>
          </p:nvPr>
        </p:nvGraphicFramePr>
        <p:xfrm>
          <a:off x="1463413" y="1382749"/>
          <a:ext cx="2052938" cy="2759880"/>
        </p:xfrm>
        <a:graphic>
          <a:graphicData uri="http://schemas.openxmlformats.org/drawingml/2006/table">
            <a:tbl>
              <a:tblPr>
                <a:noFill/>
                <a:tableStyleId>{CD31C3AF-5D34-4C15-85DC-2B94242F4A71}</a:tableStyleId>
              </a:tblPr>
              <a:tblGrid>
                <a:gridCol w="2052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" panose="00000500000000000000" pitchFamily="2" charset="0"/>
                        </a:rPr>
                        <a:t>Base Salary 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" panose="00000500000000000000" pitchFamily="2" charset="0"/>
                        </a:rPr>
                        <a:t>Regular Hours 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" panose="00000500000000000000" pitchFamily="2" charset="0"/>
                        </a:rPr>
                        <a:t>Regular Gross Paid 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" panose="00000500000000000000" pitchFamily="2" charset="0"/>
                        </a:rPr>
                        <a:t>Overtime Hours 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" panose="00000500000000000000" pitchFamily="2" charset="0"/>
                        </a:rPr>
                        <a:t>Total Overtime Paid 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" panose="00000500000000000000" pitchFamily="2" charset="0"/>
                        </a:rPr>
                        <a:t>Total Other Pay </a:t>
                      </a: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93536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3FF8C26-BFBB-9F52-EED2-2BACEE4D1D1E}"/>
              </a:ext>
            </a:extLst>
          </p:cNvPr>
          <p:cNvSpPr txBox="1"/>
          <p:nvPr/>
        </p:nvSpPr>
        <p:spPr>
          <a:xfrm>
            <a:off x="3339793" y="1029133"/>
            <a:ext cx="4575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ADDITIONAL FEATURES</a:t>
            </a:r>
          </a:p>
        </p:txBody>
      </p:sp>
      <p:graphicFrame>
        <p:nvGraphicFramePr>
          <p:cNvPr id="10" name="Google Shape;1460;p32">
            <a:extLst>
              <a:ext uri="{FF2B5EF4-FFF2-40B4-BE49-F238E27FC236}">
                <a16:creationId xmlns:a16="http://schemas.microsoft.com/office/drawing/2014/main" id="{A0BDA7F9-C83E-E650-26F1-7ABD7ABA61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2235330"/>
              </p:ext>
            </p:extLst>
          </p:nvPr>
        </p:nvGraphicFramePr>
        <p:xfrm>
          <a:off x="4601182" y="1382749"/>
          <a:ext cx="2052938" cy="2211240"/>
        </p:xfrm>
        <a:graphic>
          <a:graphicData uri="http://schemas.openxmlformats.org/drawingml/2006/table">
            <a:tbl>
              <a:tblPr>
                <a:noFill/>
                <a:tableStyleId>{CD31C3AF-5D34-4C15-85DC-2B94242F4A71}</a:tableStyleId>
              </a:tblPr>
              <a:tblGrid>
                <a:gridCol w="2052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" panose="00000500000000000000" pitchFamily="2" charset="0"/>
                        </a:rPr>
                        <a:t>Surrogate Keys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" panose="00000500000000000000" pitchFamily="2" charset="0"/>
                        </a:rPr>
                        <a:t>Foreign Keys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" panose="00000500000000000000" pitchFamily="2" charset="0"/>
                        </a:rPr>
                        <a:t>Batch Tracking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" panose="00000500000000000000" pitchFamily="2" charset="0"/>
                        </a:rPr>
                        <a:t>Derived Columns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157247"/>
                  </a:ext>
                </a:extLst>
              </a:tr>
              <a:tr h="415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tillium Web" panose="00000500000000000000" pitchFamily="2" charset="0"/>
                        </a:rPr>
                        <a:t>Process Timestamp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75476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0FB823D-3AD2-ABCA-02B9-6F64C8DA87E3}"/>
              </a:ext>
            </a:extLst>
          </p:cNvPr>
          <p:cNvSpPr txBox="1"/>
          <p:nvPr/>
        </p:nvSpPr>
        <p:spPr>
          <a:xfrm>
            <a:off x="202024" y="1029133"/>
            <a:ext cx="4575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MEASURES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FA1CDE-5CEE-90CE-1952-D8CFFCF4E25D}"/>
              </a:ext>
            </a:extLst>
          </p:cNvPr>
          <p:cNvSpPr txBox="1"/>
          <p:nvPr/>
        </p:nvSpPr>
        <p:spPr>
          <a:xfrm>
            <a:off x="4492084" y="3806591"/>
            <a:ext cx="45757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  <a:latin typeface="Titillium Web" panose="00000500000000000000" pitchFamily="2" charset="0"/>
              </a:rPr>
              <a:t>One record represents:</a:t>
            </a:r>
          </a:p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  <a:latin typeface="Titillium Web" panose="00000500000000000000" pitchFamily="2" charset="0"/>
              </a:rPr>
              <a:t>A payroll payment entry for an employee in a specific fiscal year and agency</a:t>
            </a:r>
          </a:p>
        </p:txBody>
      </p:sp>
    </p:spTree>
    <p:extLst>
      <p:ext uri="{BB962C8B-B14F-4D97-AF65-F5344CB8AC3E}">
        <p14:creationId xmlns:p14="http://schemas.microsoft.com/office/powerpoint/2010/main" val="1991510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>
          <a:extLst>
            <a:ext uri="{FF2B5EF4-FFF2-40B4-BE49-F238E27FC236}">
              <a16:creationId xmlns:a16="http://schemas.microsoft.com/office/drawing/2014/main" id="{3CEEBAB6-C29F-0C40-1450-BD37420D6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36">
            <a:extLst>
              <a:ext uri="{FF2B5EF4-FFF2-40B4-BE49-F238E27FC236}">
                <a16:creationId xmlns:a16="http://schemas.microsoft.com/office/drawing/2014/main" id="{37AAB728-8085-BF17-8E57-E213DC3593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1731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DIMENSION TABLE DETAILS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58C048-26B4-6DA8-4E63-7AE53B835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410" y="1048291"/>
            <a:ext cx="1886213" cy="2191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2BD6DA-8A85-6587-603E-B6752449A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363" y="1048291"/>
            <a:ext cx="1886213" cy="9812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7A226C-E97C-E774-041D-0F271212B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363" y="2159062"/>
            <a:ext cx="1886213" cy="10239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C44BC46-7570-3DA6-F17E-B40C77DAA1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5638" y="1067344"/>
            <a:ext cx="1833819" cy="9431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C54DC75-0917-3A5F-E741-411CA17912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5638" y="2162872"/>
            <a:ext cx="1881307" cy="9697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E98F174-C7CD-904C-B986-F89FE8F067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528410"/>
            <a:ext cx="2132167" cy="109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461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>
          <a:extLst>
            <a:ext uri="{FF2B5EF4-FFF2-40B4-BE49-F238E27FC236}">
              <a16:creationId xmlns:a16="http://schemas.microsoft.com/office/drawing/2014/main" id="{06E82899-306D-8795-5B7D-7BF6AA13D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DFCA61-99E1-B66D-EBF4-1F1CF5EB0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345" y="320474"/>
            <a:ext cx="9238689" cy="450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56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TOOLS &amp; TECHNOLOGIES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593470-4B29-6F97-4D58-7B5DBB4A1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286061" y="1326665"/>
            <a:ext cx="1096398" cy="1096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49B2F5-6D79-AD3E-731C-3CF0F7B86D25}"/>
              </a:ext>
            </a:extLst>
          </p:cNvPr>
          <p:cNvSpPr txBox="1"/>
          <p:nvPr/>
        </p:nvSpPr>
        <p:spPr>
          <a:xfrm>
            <a:off x="2000250" y="5143500"/>
            <a:ext cx="5143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>
                <a:hlinkClick r:id="rId4" tooltip="https://www.marinedatascience.co/software/"/>
              </a:rPr>
              <a:t>This Photo</a:t>
            </a:r>
            <a:r>
              <a:rPr lang="en-GB" sz="900"/>
              <a:t> by Unknown Author is licensed under </a:t>
            </a:r>
            <a:r>
              <a:rPr lang="en-GB" sz="900">
                <a:hlinkClick r:id="rId5" tooltip="https://creativecommons.org/licenses/by-sa/3.0/"/>
              </a:rPr>
              <a:t>CC BY-SA</a:t>
            </a:r>
            <a:endParaRPr lang="en-GB" sz="9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A8C2C6-4B57-861A-528C-1BEBFF3C85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009839" y="1485866"/>
            <a:ext cx="2267821" cy="875946"/>
          </a:xfrm>
          <a:prstGeom prst="rect">
            <a:avLst/>
          </a:prstGeom>
        </p:spPr>
      </p:pic>
      <p:pic>
        <p:nvPicPr>
          <p:cNvPr id="2050" name="Picture 2" descr="Power BI Logo, symbol, meaning, history, PNG, brand">
            <a:extLst>
              <a:ext uri="{FF2B5EF4-FFF2-40B4-BE49-F238E27FC236}">
                <a16:creationId xmlns:a16="http://schemas.microsoft.com/office/drawing/2014/main" id="{6F1E3870-5CB8-4345-0A3C-A589C2C41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283" y="2781688"/>
            <a:ext cx="2530711" cy="142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CF69F02-6D01-435C-121D-3842400C3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079" y="1522247"/>
            <a:ext cx="1278898" cy="1318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7B513D44-92B7-65CE-5070-154A5909F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60" y="3101489"/>
            <a:ext cx="3444240" cy="78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6">
          <a:extLst>
            <a:ext uri="{FF2B5EF4-FFF2-40B4-BE49-F238E27FC236}">
              <a16:creationId xmlns:a16="http://schemas.microsoft.com/office/drawing/2014/main" id="{F5FED200-35C0-4F46-C557-09F4C6A16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42">
            <a:extLst>
              <a:ext uri="{FF2B5EF4-FFF2-40B4-BE49-F238E27FC236}">
                <a16:creationId xmlns:a16="http://schemas.microsoft.com/office/drawing/2014/main" id="{DE22D8E3-B9FF-EA8B-C4AF-EFA1E6A6F6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169760" y="1999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STRUCTURE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132191-F102-2421-7483-E3263C988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590" y="297180"/>
            <a:ext cx="3160100" cy="441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898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6">
          <a:extLst>
            <a:ext uri="{FF2B5EF4-FFF2-40B4-BE49-F238E27FC236}">
              <a16:creationId xmlns:a16="http://schemas.microsoft.com/office/drawing/2014/main" id="{192BF184-627E-C5F0-92B7-08B9BF34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42">
            <a:extLst>
              <a:ext uri="{FF2B5EF4-FFF2-40B4-BE49-F238E27FC236}">
                <a16:creationId xmlns:a16="http://schemas.microsoft.com/office/drawing/2014/main" id="{40515383-41FB-6E65-9BA3-74E35F8FD8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5489" y="32592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 HIGHLIGHTS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06665-0269-1084-87F3-B5F496E8B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9" y="1860082"/>
            <a:ext cx="8193022" cy="1751798"/>
          </a:xfrm>
          <a:prstGeom prst="rect">
            <a:avLst/>
          </a:prstGeom>
        </p:spPr>
      </p:pic>
      <p:sp>
        <p:nvSpPr>
          <p:cNvPr id="8" name="Google Shape;1932;p42">
            <a:extLst>
              <a:ext uri="{FF2B5EF4-FFF2-40B4-BE49-F238E27FC236}">
                <a16:creationId xmlns:a16="http://schemas.microsoft.com/office/drawing/2014/main" id="{56FFE7C2-D5AF-B221-1A03-89F654C1077E}"/>
              </a:ext>
            </a:extLst>
          </p:cNvPr>
          <p:cNvSpPr txBox="1">
            <a:spLocks/>
          </p:cNvSpPr>
          <p:nvPr/>
        </p:nvSpPr>
        <p:spPr>
          <a:xfrm>
            <a:off x="-2156419" y="121910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 sz="2400" dirty="0"/>
              <a:t>1. DDL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487209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6">
          <a:extLst>
            <a:ext uri="{FF2B5EF4-FFF2-40B4-BE49-F238E27FC236}">
              <a16:creationId xmlns:a16="http://schemas.microsoft.com/office/drawing/2014/main" id="{2B4F7C41-3482-4ED2-051A-519A3A29F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42">
            <a:extLst>
              <a:ext uri="{FF2B5EF4-FFF2-40B4-BE49-F238E27FC236}">
                <a16:creationId xmlns:a16="http://schemas.microsoft.com/office/drawing/2014/main" id="{1E9F44E6-8338-4449-71AE-E63A9F0BCF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7787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 HIGHLIGHTS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5B96B-CA83-33CF-319D-8F4D7BEFE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80" y="1616548"/>
            <a:ext cx="4964520" cy="3015435"/>
          </a:xfrm>
          <a:prstGeom prst="rect">
            <a:avLst/>
          </a:prstGeom>
        </p:spPr>
      </p:pic>
      <p:sp>
        <p:nvSpPr>
          <p:cNvPr id="8" name="Google Shape;1932;p42">
            <a:extLst>
              <a:ext uri="{FF2B5EF4-FFF2-40B4-BE49-F238E27FC236}">
                <a16:creationId xmlns:a16="http://schemas.microsoft.com/office/drawing/2014/main" id="{E4808C7B-29D8-8B1D-A5B4-EE8C434D3F12}"/>
              </a:ext>
            </a:extLst>
          </p:cNvPr>
          <p:cNvSpPr txBox="1">
            <a:spLocks/>
          </p:cNvSpPr>
          <p:nvPr/>
        </p:nvSpPr>
        <p:spPr>
          <a:xfrm>
            <a:off x="-465830" y="104384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 sz="2400" dirty="0"/>
              <a:t>2. Incremental Load Check and Processing</a:t>
            </a:r>
          </a:p>
        </p:txBody>
      </p:sp>
    </p:spTree>
    <p:extLst>
      <p:ext uri="{BB962C8B-B14F-4D97-AF65-F5344CB8AC3E}">
        <p14:creationId xmlns:p14="http://schemas.microsoft.com/office/powerpoint/2010/main" val="2518592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6">
          <a:extLst>
            <a:ext uri="{FF2B5EF4-FFF2-40B4-BE49-F238E27FC236}">
              <a16:creationId xmlns:a16="http://schemas.microsoft.com/office/drawing/2014/main" id="{051F1977-DA1F-075F-88BA-0CF281F45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42">
            <a:extLst>
              <a:ext uri="{FF2B5EF4-FFF2-40B4-BE49-F238E27FC236}">
                <a16:creationId xmlns:a16="http://schemas.microsoft.com/office/drawing/2014/main" id="{022FB94D-BF32-1CA2-93D6-A2CFD654C2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7787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 HIGHLIGHTS</a:t>
            </a:r>
            <a:endParaRPr dirty="0"/>
          </a:p>
        </p:txBody>
      </p:sp>
      <p:sp>
        <p:nvSpPr>
          <p:cNvPr id="8" name="Google Shape;1932;p42">
            <a:extLst>
              <a:ext uri="{FF2B5EF4-FFF2-40B4-BE49-F238E27FC236}">
                <a16:creationId xmlns:a16="http://schemas.microsoft.com/office/drawing/2014/main" id="{56E31FF2-8D23-CC15-0752-5E7F0DF92127}"/>
              </a:ext>
            </a:extLst>
          </p:cNvPr>
          <p:cNvSpPr txBox="1">
            <a:spLocks/>
          </p:cNvSpPr>
          <p:nvPr/>
        </p:nvSpPr>
        <p:spPr>
          <a:xfrm>
            <a:off x="-1441190" y="109404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 sz="2400" dirty="0"/>
              <a:t>3. Batch Tracking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B33EF5-8701-B0FE-9374-58F0D9AD6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666748"/>
            <a:ext cx="8068801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19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6">
          <a:extLst>
            <a:ext uri="{FF2B5EF4-FFF2-40B4-BE49-F238E27FC236}">
              <a16:creationId xmlns:a16="http://schemas.microsoft.com/office/drawing/2014/main" id="{0F2EA20F-6B7A-8B37-E1D4-FA4D0F602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42">
            <a:extLst>
              <a:ext uri="{FF2B5EF4-FFF2-40B4-BE49-F238E27FC236}">
                <a16:creationId xmlns:a16="http://schemas.microsoft.com/office/drawing/2014/main" id="{F7D63A28-D42E-A5C9-52ED-D51CC33B03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7787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 HIGHLIGHTS</a:t>
            </a:r>
            <a:endParaRPr dirty="0"/>
          </a:p>
        </p:txBody>
      </p:sp>
      <p:sp>
        <p:nvSpPr>
          <p:cNvPr id="8" name="Google Shape;1932;p42">
            <a:extLst>
              <a:ext uri="{FF2B5EF4-FFF2-40B4-BE49-F238E27FC236}">
                <a16:creationId xmlns:a16="http://schemas.microsoft.com/office/drawing/2014/main" id="{7B0E4E55-A3FF-991E-B3BB-C13295CB6E5D}"/>
              </a:ext>
            </a:extLst>
          </p:cNvPr>
          <p:cNvSpPr txBox="1">
            <a:spLocks/>
          </p:cNvSpPr>
          <p:nvPr/>
        </p:nvSpPr>
        <p:spPr>
          <a:xfrm>
            <a:off x="-1326890" y="84779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 sz="2400" dirty="0"/>
              <a:t>4. Data Transformations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E9938E-6077-4EBB-687A-7C4D9BC39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605" y="1424306"/>
            <a:ext cx="5916456" cy="9463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8A290D-9420-88E8-4BFB-B2BA9CBE6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05" y="2443197"/>
            <a:ext cx="7792537" cy="704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072BE2-5FAB-AAA3-19E3-8D64EE870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05" y="3279735"/>
            <a:ext cx="4457208" cy="145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7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6">
          <a:extLst>
            <a:ext uri="{FF2B5EF4-FFF2-40B4-BE49-F238E27FC236}">
              <a16:creationId xmlns:a16="http://schemas.microsoft.com/office/drawing/2014/main" id="{BCB8650B-359D-40A9-ECF9-978F543B5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42">
            <a:extLst>
              <a:ext uri="{FF2B5EF4-FFF2-40B4-BE49-F238E27FC236}">
                <a16:creationId xmlns:a16="http://schemas.microsoft.com/office/drawing/2014/main" id="{EF06C299-8B29-1079-9E3D-7C273D9B45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7787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 HIGHLIGHTS</a:t>
            </a:r>
            <a:endParaRPr dirty="0"/>
          </a:p>
        </p:txBody>
      </p:sp>
      <p:sp>
        <p:nvSpPr>
          <p:cNvPr id="8" name="Google Shape;1932;p42">
            <a:extLst>
              <a:ext uri="{FF2B5EF4-FFF2-40B4-BE49-F238E27FC236}">
                <a16:creationId xmlns:a16="http://schemas.microsoft.com/office/drawing/2014/main" id="{B5B28ACE-7F67-3AFE-2CBC-32A0B642AD99}"/>
              </a:ext>
            </a:extLst>
          </p:cNvPr>
          <p:cNvSpPr txBox="1">
            <a:spLocks/>
          </p:cNvSpPr>
          <p:nvPr/>
        </p:nvSpPr>
        <p:spPr>
          <a:xfrm>
            <a:off x="-1768850" y="126057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 sz="2400" dirty="0"/>
              <a:t>5. DAG workflow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027F43-9123-8873-7938-754D9C59F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94341"/>
            <a:ext cx="3498898" cy="35712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C9A4CB-F02F-7D29-6005-08E13974B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61" y="1923931"/>
            <a:ext cx="3885873" cy="217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96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PIPELINE EXECUTION GUIDE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FE78A6-714D-6D0B-60E5-2E24489707B0}"/>
              </a:ext>
            </a:extLst>
          </p:cNvPr>
          <p:cNvSpPr txBox="1"/>
          <p:nvPr/>
        </p:nvSpPr>
        <p:spPr>
          <a:xfrm>
            <a:off x="893445" y="1385888"/>
            <a:ext cx="457581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>
                <a:latin typeface="Titillium Web" panose="00000500000000000000" pitchFamily="2" charset="0"/>
              </a:rPr>
              <a:t>Required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Titillium Web" panose="00000500000000000000" pitchFamily="2" charset="0"/>
              </a:rPr>
              <a:t> Docker Desktop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Titillium Web" panose="00000500000000000000" pitchFamily="2" charset="0"/>
              </a:rPr>
              <a:t> PostgreSQL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Titillium Web" panose="00000500000000000000" pitchFamily="2" charset="0"/>
              </a:rPr>
              <a:t> Python 3.x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Titillium Web" panose="00000500000000000000" pitchFamily="2" charset="0"/>
              </a:rPr>
              <a:t> Apache Airflow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Titillium Web" panose="00000500000000000000" pitchFamily="2" charset="0"/>
              </a:rPr>
              <a:t> Power BI Desktop </a:t>
            </a:r>
          </a:p>
          <a:p>
            <a:pPr>
              <a:buNone/>
            </a:pP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85B4A5-0050-A6E9-E132-04D97566B35E}"/>
              </a:ext>
            </a:extLst>
          </p:cNvPr>
          <p:cNvSpPr txBox="1"/>
          <p:nvPr/>
        </p:nvSpPr>
        <p:spPr>
          <a:xfrm>
            <a:off x="4572000" y="1439704"/>
            <a:ext cx="45758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>
                <a:latin typeface="Titillium Web" panose="00000500000000000000" pitchFamily="2" charset="0"/>
              </a:rPr>
              <a:t>Required 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Titillium Web" panose="00000500000000000000" pitchFamily="2" charset="0"/>
              </a:rPr>
              <a:t>psycopg2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Titillium Web" panose="00000500000000000000" pitchFamily="2" charset="0"/>
              </a:rPr>
              <a:t> airflow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>
          <a:extLst>
            <a:ext uri="{FF2B5EF4-FFF2-40B4-BE49-F238E27FC236}">
              <a16:creationId xmlns:a16="http://schemas.microsoft.com/office/drawing/2014/main" id="{D9E4845E-666C-20E4-A579-5F902D720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3">
            <a:extLst>
              <a:ext uri="{FF2B5EF4-FFF2-40B4-BE49-F238E27FC236}">
                <a16:creationId xmlns:a16="http://schemas.microsoft.com/office/drawing/2014/main" id="{3501491A-A0B8-E676-0C0C-D3A8938C21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PIPELINE EXECUTION GUIDE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90840F-F116-E895-3F80-799C6F3F28A9}"/>
              </a:ext>
            </a:extLst>
          </p:cNvPr>
          <p:cNvSpPr txBox="1"/>
          <p:nvPr/>
        </p:nvSpPr>
        <p:spPr>
          <a:xfrm>
            <a:off x="720000" y="1432679"/>
            <a:ext cx="516264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sz="1600" b="1" dirty="0">
                <a:latin typeface="Titillium Web" panose="00000500000000000000" pitchFamily="2" charset="0"/>
              </a:rPr>
              <a:t>Environment Setup</a:t>
            </a:r>
            <a:r>
              <a:rPr lang="en-GB" sz="1600" dirty="0">
                <a:latin typeface="Titillium Web" panose="00000500000000000000" pitchFamily="2" charset="0"/>
              </a:rPr>
              <a:t> </a:t>
            </a:r>
          </a:p>
          <a:p>
            <a:endParaRPr lang="en-GB" sz="1600" dirty="0">
              <a:latin typeface="Titillium Web" panose="00000500000000000000" pitchFamily="2" charset="0"/>
            </a:endParaRPr>
          </a:p>
          <a:p>
            <a:pPr lvl="1"/>
            <a:r>
              <a:rPr lang="en-GB" sz="1600" dirty="0">
                <a:latin typeface="Titillium Web" panose="00000500000000000000" pitchFamily="2" charset="0"/>
              </a:rPr>
              <a:t>       - Start Docker containers (PostgreSQL + Airflow) </a:t>
            </a:r>
          </a:p>
          <a:p>
            <a:pPr lvl="1"/>
            <a:r>
              <a:rPr lang="en-GB" sz="1600" dirty="0">
                <a:latin typeface="Titillium Web" panose="00000500000000000000" pitchFamily="2" charset="0"/>
              </a:rPr>
              <a:t>       - Verify database connection and services </a:t>
            </a:r>
          </a:p>
          <a:p>
            <a:pPr>
              <a:buNone/>
            </a:pP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D25841-D9BD-D83A-B384-57578C2531D0}"/>
              </a:ext>
            </a:extLst>
          </p:cNvPr>
          <p:cNvSpPr txBox="1"/>
          <p:nvPr/>
        </p:nvSpPr>
        <p:spPr>
          <a:xfrm>
            <a:off x="720000" y="2784932"/>
            <a:ext cx="62312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 startAt="2"/>
            </a:pPr>
            <a:r>
              <a:rPr lang="en-GB" sz="1600" b="1" dirty="0">
                <a:latin typeface="Titillium Web" panose="00000500000000000000" pitchFamily="2" charset="0"/>
              </a:rPr>
              <a:t>Bronze Layer Execution (Data Ingestion + Initialization)</a:t>
            </a:r>
            <a:r>
              <a:rPr lang="en-GB" sz="1600" dirty="0">
                <a:latin typeface="Titillium Web" panose="00000500000000000000" pitchFamily="2" charset="0"/>
              </a:rPr>
              <a:t> </a:t>
            </a:r>
          </a:p>
          <a:p>
            <a:endParaRPr lang="en-GB" sz="1600" dirty="0">
              <a:latin typeface="Titillium Web" panose="00000500000000000000" pitchFamily="2" charset="0"/>
            </a:endParaRPr>
          </a:p>
          <a:p>
            <a:pPr lvl="1"/>
            <a:r>
              <a:rPr lang="en-GB" sz="1600" dirty="0">
                <a:latin typeface="Titillium Web" panose="00000500000000000000" pitchFamily="2" charset="0"/>
              </a:rPr>
              <a:t>       - Create schemas and tables (DDL execution inside Bronze script) </a:t>
            </a:r>
          </a:p>
          <a:p>
            <a:pPr lvl="1"/>
            <a:r>
              <a:rPr lang="en-GB" sz="1600" dirty="0">
                <a:latin typeface="Titillium Web" panose="00000500000000000000" pitchFamily="2" charset="0"/>
              </a:rPr>
              <a:t>       - Load raw NYC payroll CSV into </a:t>
            </a:r>
            <a:r>
              <a:rPr lang="en-GB" sz="1600" dirty="0" err="1">
                <a:latin typeface="Titillium Web" panose="00000500000000000000" pitchFamily="2" charset="0"/>
              </a:rPr>
              <a:t>bronze.nyc_payroll</a:t>
            </a:r>
            <a:r>
              <a:rPr lang="en-GB" sz="1600" dirty="0">
                <a:latin typeface="Titillium Web" panose="00000500000000000000" pitchFamily="2" charset="0"/>
              </a:rPr>
              <a:t> </a:t>
            </a:r>
          </a:p>
          <a:p>
            <a:pPr lvl="1"/>
            <a:r>
              <a:rPr lang="en-GB" sz="1600" dirty="0">
                <a:latin typeface="Titillium Web" panose="00000500000000000000" pitchFamily="2" charset="0"/>
              </a:rPr>
              <a:t>       - Maintain batch logging for tracking processed files </a:t>
            </a:r>
          </a:p>
          <a:p>
            <a:pPr lvl="1"/>
            <a:r>
              <a:rPr lang="en-GB" sz="1600" dirty="0">
                <a:latin typeface="Titillium Web" panose="00000500000000000000" pitchFamily="2" charset="0"/>
              </a:rPr>
              <a:t>       - Prevent duplicate ingestion using batch control logic</a:t>
            </a:r>
          </a:p>
        </p:txBody>
      </p:sp>
    </p:spTree>
    <p:extLst>
      <p:ext uri="{BB962C8B-B14F-4D97-AF65-F5344CB8AC3E}">
        <p14:creationId xmlns:p14="http://schemas.microsoft.com/office/powerpoint/2010/main" val="2083436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>
          <a:extLst>
            <a:ext uri="{FF2B5EF4-FFF2-40B4-BE49-F238E27FC236}">
              <a16:creationId xmlns:a16="http://schemas.microsoft.com/office/drawing/2014/main" id="{9A4D61FD-EDD5-B455-C544-E989CA4FD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3">
            <a:extLst>
              <a:ext uri="{FF2B5EF4-FFF2-40B4-BE49-F238E27FC236}">
                <a16:creationId xmlns:a16="http://schemas.microsoft.com/office/drawing/2014/main" id="{FC61F68E-B6A4-3A81-9B48-89886C1881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PIPELINE EXECUTION GUIDE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FEF4E4-5D41-4F6C-8448-F8C2F1B10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0" y="1391290"/>
            <a:ext cx="828666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Silver Layer Transformation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Titillium Web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     -Clean and standardize raw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     -Prepare structured dataset for analytics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Titillium Web" panose="00000500000000000000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Gold Layer Loading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Titillium Web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      -Build dimension tables (employee, agency, title, location, etc.)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      -Load fact table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      -Establish foreign key relationships between fact and dimensions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      -Handle NULLs, formatting issues, and inconsistencies </a:t>
            </a:r>
          </a:p>
        </p:txBody>
      </p:sp>
    </p:spTree>
    <p:extLst>
      <p:ext uri="{BB962C8B-B14F-4D97-AF65-F5344CB8AC3E}">
        <p14:creationId xmlns:p14="http://schemas.microsoft.com/office/powerpoint/2010/main" val="697803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>
          <a:extLst>
            <a:ext uri="{FF2B5EF4-FFF2-40B4-BE49-F238E27FC236}">
              <a16:creationId xmlns:a16="http://schemas.microsoft.com/office/drawing/2014/main" id="{24211499-B01A-9056-67C2-149AED1A6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3">
            <a:extLst>
              <a:ext uri="{FF2B5EF4-FFF2-40B4-BE49-F238E27FC236}">
                <a16:creationId xmlns:a16="http://schemas.microsoft.com/office/drawing/2014/main" id="{13EB01BD-E1BE-9912-5206-02A14183B7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PIPELINE EXECUTION GUIDE</a:t>
            </a:r>
            <a:endParaRPr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B7BDE4-4F96-288A-1593-3D21D5C28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" y="1456969"/>
            <a:ext cx="6205545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5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Airflow Orchestration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Titillium Web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     -Execute full pipeline using DAG: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     -Bronze → Silver → Gold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     -Monitor task execution and dependencies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Titillium Web" panose="00000500000000000000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 startAt="6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Dashboard Integration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>
                  <a:lumMod val="10000"/>
                </a:schemeClr>
              </a:solidFill>
              <a:effectLst/>
              <a:latin typeface="Titillium Web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     -Connect Power BI to PostgreSQL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bg1">
                    <a:lumMod val="10000"/>
                  </a:schemeClr>
                </a:solidFill>
                <a:latin typeface="Titillium Web" panose="00000500000000000000" pitchFamily="2" charset="0"/>
              </a:rPr>
              <a:t>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10000"/>
                  </a:schemeClr>
                </a:solidFill>
                <a:effectLst/>
                <a:latin typeface="Titillium Web" panose="00000500000000000000" pitchFamily="2" charset="0"/>
              </a:rPr>
              <a:t>-Generate insights on payroll trends, overtime, and agency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040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>
          <a:extLst>
            <a:ext uri="{FF2B5EF4-FFF2-40B4-BE49-F238E27FC236}">
              <a16:creationId xmlns:a16="http://schemas.microsoft.com/office/drawing/2014/main" id="{B66B2F60-39DD-C240-32DB-E65A3DBDA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3">
            <a:extLst>
              <a:ext uri="{FF2B5EF4-FFF2-40B4-BE49-F238E27FC236}">
                <a16:creationId xmlns:a16="http://schemas.microsoft.com/office/drawing/2014/main" id="{13126B97-7DDF-96EB-0EDA-6147A08B01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PIPELINE EXECUTION GUIDE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AAFEB9-8D6C-ED4F-DE37-1E997114FA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717"/>
          <a:stretch>
            <a:fillRect/>
          </a:stretch>
        </p:blipFill>
        <p:spPr>
          <a:xfrm>
            <a:off x="531876" y="731375"/>
            <a:ext cx="8458200" cy="386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05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40"/>
          <p:cNvSpPr txBox="1">
            <a:spLocks noGrp="1"/>
          </p:cNvSpPr>
          <p:nvPr>
            <p:ph type="title"/>
          </p:nvPr>
        </p:nvSpPr>
        <p:spPr>
          <a:xfrm>
            <a:off x="674408" y="4591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CHALLENGES FACED</a:t>
            </a:r>
            <a:endParaRPr dirty="0"/>
          </a:p>
        </p:txBody>
      </p:sp>
      <p:sp>
        <p:nvSpPr>
          <p:cNvPr id="1843" name="Google Shape;1843;p40"/>
          <p:cNvSpPr txBox="1">
            <a:spLocks noGrp="1"/>
          </p:cNvSpPr>
          <p:nvPr>
            <p:ph type="subTitle" idx="4"/>
          </p:nvPr>
        </p:nvSpPr>
        <p:spPr>
          <a:xfrm>
            <a:off x="937625" y="3136269"/>
            <a:ext cx="2175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Data Quality Issues</a:t>
            </a:r>
            <a:endParaRPr dirty="0"/>
          </a:p>
        </p:txBody>
      </p:sp>
      <p:sp>
        <p:nvSpPr>
          <p:cNvPr id="1844" name="Google Shape;1844;p40"/>
          <p:cNvSpPr txBox="1">
            <a:spLocks noGrp="1"/>
          </p:cNvSpPr>
          <p:nvPr>
            <p:ph type="subTitle" idx="5"/>
          </p:nvPr>
        </p:nvSpPr>
        <p:spPr>
          <a:xfrm>
            <a:off x="3484350" y="3136269"/>
            <a:ext cx="2175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Technical Challenges</a:t>
            </a:r>
            <a:endParaRPr dirty="0"/>
          </a:p>
        </p:txBody>
      </p:sp>
      <p:sp>
        <p:nvSpPr>
          <p:cNvPr id="1845" name="Google Shape;1845;p40"/>
          <p:cNvSpPr txBox="1">
            <a:spLocks noGrp="1"/>
          </p:cNvSpPr>
          <p:nvPr>
            <p:ph type="subTitle" idx="6"/>
          </p:nvPr>
        </p:nvSpPr>
        <p:spPr>
          <a:xfrm>
            <a:off x="6124330" y="3506392"/>
            <a:ext cx="2175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dirty="0"/>
              <a:t>Docker and Airflow Configurations</a:t>
            </a:r>
            <a:endParaRPr dirty="0"/>
          </a:p>
        </p:txBody>
      </p:sp>
      <p:grpSp>
        <p:nvGrpSpPr>
          <p:cNvPr id="1846" name="Google Shape;1846;p40"/>
          <p:cNvGrpSpPr/>
          <p:nvPr/>
        </p:nvGrpSpPr>
        <p:grpSpPr>
          <a:xfrm>
            <a:off x="3632534" y="1664184"/>
            <a:ext cx="1878932" cy="939444"/>
            <a:chOff x="3908639" y="2721642"/>
            <a:chExt cx="1910648" cy="955399"/>
          </a:xfrm>
        </p:grpSpPr>
        <p:sp>
          <p:nvSpPr>
            <p:cNvPr id="1847" name="Google Shape;1847;p40"/>
            <p:cNvSpPr/>
            <p:nvPr/>
          </p:nvSpPr>
          <p:spPr>
            <a:xfrm>
              <a:off x="4030044" y="3252002"/>
              <a:ext cx="226844" cy="353589"/>
            </a:xfrm>
            <a:custGeom>
              <a:avLst/>
              <a:gdLst/>
              <a:ahLst/>
              <a:cxnLst/>
              <a:rect l="l" t="t" r="r" b="b"/>
              <a:pathLst>
                <a:path w="3184" h="4963" extrusionOk="0">
                  <a:moveTo>
                    <a:pt x="1" y="0"/>
                  </a:moveTo>
                  <a:lnTo>
                    <a:pt x="1" y="4963"/>
                  </a:lnTo>
                  <a:lnTo>
                    <a:pt x="3184" y="4963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0"/>
            <p:cNvSpPr/>
            <p:nvPr/>
          </p:nvSpPr>
          <p:spPr>
            <a:xfrm>
              <a:off x="4313964" y="3143066"/>
              <a:ext cx="226844" cy="462523"/>
            </a:xfrm>
            <a:custGeom>
              <a:avLst/>
              <a:gdLst/>
              <a:ahLst/>
              <a:cxnLst/>
              <a:rect l="l" t="t" r="r" b="b"/>
              <a:pathLst>
                <a:path w="3184" h="6492" extrusionOk="0">
                  <a:moveTo>
                    <a:pt x="1" y="1"/>
                  </a:moveTo>
                  <a:lnTo>
                    <a:pt x="1" y="6492"/>
                  </a:lnTo>
                  <a:lnTo>
                    <a:pt x="3184" y="649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0"/>
            <p:cNvSpPr/>
            <p:nvPr/>
          </p:nvSpPr>
          <p:spPr>
            <a:xfrm>
              <a:off x="4590758" y="3034130"/>
              <a:ext cx="226844" cy="571456"/>
            </a:xfrm>
            <a:custGeom>
              <a:avLst/>
              <a:gdLst/>
              <a:ahLst/>
              <a:cxnLst/>
              <a:rect l="l" t="t" r="r" b="b"/>
              <a:pathLst>
                <a:path w="3184" h="8021" extrusionOk="0">
                  <a:moveTo>
                    <a:pt x="1" y="1"/>
                  </a:moveTo>
                  <a:lnTo>
                    <a:pt x="1" y="8021"/>
                  </a:lnTo>
                  <a:lnTo>
                    <a:pt x="3184" y="8021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0"/>
            <p:cNvSpPr/>
            <p:nvPr/>
          </p:nvSpPr>
          <p:spPr>
            <a:xfrm>
              <a:off x="4880021" y="2873469"/>
              <a:ext cx="228625" cy="732114"/>
            </a:xfrm>
            <a:custGeom>
              <a:avLst/>
              <a:gdLst/>
              <a:ahLst/>
              <a:cxnLst/>
              <a:rect l="l" t="t" r="r" b="b"/>
              <a:pathLst>
                <a:path w="3209" h="10276" extrusionOk="0">
                  <a:moveTo>
                    <a:pt x="1" y="0"/>
                  </a:moveTo>
                  <a:lnTo>
                    <a:pt x="1" y="10276"/>
                  </a:lnTo>
                  <a:lnTo>
                    <a:pt x="3209" y="10276"/>
                  </a:lnTo>
                  <a:lnTo>
                    <a:pt x="32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0"/>
            <p:cNvSpPr/>
            <p:nvPr/>
          </p:nvSpPr>
          <p:spPr>
            <a:xfrm>
              <a:off x="5165721" y="3135941"/>
              <a:ext cx="226844" cy="469647"/>
            </a:xfrm>
            <a:custGeom>
              <a:avLst/>
              <a:gdLst/>
              <a:ahLst/>
              <a:cxnLst/>
              <a:rect l="l" t="t" r="r" b="b"/>
              <a:pathLst>
                <a:path w="3184" h="6592" extrusionOk="0">
                  <a:moveTo>
                    <a:pt x="1" y="0"/>
                  </a:moveTo>
                  <a:lnTo>
                    <a:pt x="1" y="6592"/>
                  </a:lnTo>
                  <a:lnTo>
                    <a:pt x="3184" y="6592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0"/>
            <p:cNvSpPr/>
            <p:nvPr/>
          </p:nvSpPr>
          <p:spPr>
            <a:xfrm>
              <a:off x="5465742" y="2721642"/>
              <a:ext cx="226844" cy="883937"/>
            </a:xfrm>
            <a:custGeom>
              <a:avLst/>
              <a:gdLst/>
              <a:ahLst/>
              <a:cxnLst/>
              <a:rect l="l" t="t" r="r" b="b"/>
              <a:pathLst>
                <a:path w="3184" h="12407" extrusionOk="0">
                  <a:moveTo>
                    <a:pt x="0" y="1"/>
                  </a:moveTo>
                  <a:lnTo>
                    <a:pt x="0" y="12407"/>
                  </a:lnTo>
                  <a:lnTo>
                    <a:pt x="3183" y="12407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0"/>
            <p:cNvSpPr/>
            <p:nvPr/>
          </p:nvSpPr>
          <p:spPr>
            <a:xfrm>
              <a:off x="3908639" y="2869835"/>
              <a:ext cx="1910648" cy="807206"/>
            </a:xfrm>
            <a:custGeom>
              <a:avLst/>
              <a:gdLst/>
              <a:ahLst/>
              <a:cxnLst/>
              <a:rect l="l" t="t" r="r" b="b"/>
              <a:pathLst>
                <a:path w="26818" h="11330" extrusionOk="0">
                  <a:moveTo>
                    <a:pt x="1" y="1"/>
                  </a:moveTo>
                  <a:lnTo>
                    <a:pt x="1" y="11329"/>
                  </a:lnTo>
                  <a:lnTo>
                    <a:pt x="26818" y="11329"/>
                  </a:lnTo>
                  <a:lnTo>
                    <a:pt x="26818" y="10928"/>
                  </a:lnTo>
                  <a:lnTo>
                    <a:pt x="427" y="10928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4" name="Google Shape;1854;p40"/>
          <p:cNvGrpSpPr/>
          <p:nvPr/>
        </p:nvGrpSpPr>
        <p:grpSpPr>
          <a:xfrm>
            <a:off x="1085807" y="1737085"/>
            <a:ext cx="1878936" cy="869405"/>
            <a:chOff x="1215228" y="1793716"/>
            <a:chExt cx="1878936" cy="869405"/>
          </a:xfrm>
        </p:grpSpPr>
        <p:sp>
          <p:nvSpPr>
            <p:cNvPr id="1855" name="Google Shape;1855;p40"/>
            <p:cNvSpPr/>
            <p:nvPr/>
          </p:nvSpPr>
          <p:spPr>
            <a:xfrm>
              <a:off x="1350578" y="2054560"/>
              <a:ext cx="1473070" cy="423414"/>
            </a:xfrm>
            <a:custGeom>
              <a:avLst/>
              <a:gdLst/>
              <a:ahLst/>
              <a:cxnLst/>
              <a:rect l="l" t="t" r="r" b="b"/>
              <a:pathLst>
                <a:path w="28949" h="8321" extrusionOk="0">
                  <a:moveTo>
                    <a:pt x="18096" y="0"/>
                  </a:moveTo>
                  <a:lnTo>
                    <a:pt x="13886" y="5113"/>
                  </a:lnTo>
                  <a:lnTo>
                    <a:pt x="10753" y="3133"/>
                  </a:lnTo>
                  <a:lnTo>
                    <a:pt x="6191" y="7644"/>
                  </a:lnTo>
                  <a:lnTo>
                    <a:pt x="2983" y="5890"/>
                  </a:lnTo>
                  <a:lnTo>
                    <a:pt x="1" y="7995"/>
                  </a:lnTo>
                  <a:lnTo>
                    <a:pt x="251" y="8321"/>
                  </a:lnTo>
                  <a:lnTo>
                    <a:pt x="3008" y="6366"/>
                  </a:lnTo>
                  <a:lnTo>
                    <a:pt x="6267" y="8146"/>
                  </a:lnTo>
                  <a:lnTo>
                    <a:pt x="10803" y="3659"/>
                  </a:lnTo>
                  <a:lnTo>
                    <a:pt x="13961" y="5664"/>
                  </a:lnTo>
                  <a:lnTo>
                    <a:pt x="18096" y="652"/>
                  </a:lnTo>
                  <a:lnTo>
                    <a:pt x="22081" y="5163"/>
                  </a:lnTo>
                  <a:lnTo>
                    <a:pt x="24838" y="3384"/>
                  </a:lnTo>
                  <a:lnTo>
                    <a:pt x="28648" y="7669"/>
                  </a:lnTo>
                  <a:lnTo>
                    <a:pt x="28948" y="7394"/>
                  </a:lnTo>
                  <a:lnTo>
                    <a:pt x="24913" y="2832"/>
                  </a:lnTo>
                  <a:lnTo>
                    <a:pt x="22156" y="4637"/>
                  </a:lnTo>
                  <a:lnTo>
                    <a:pt x="18096" y="0"/>
                  </a:lnTo>
                  <a:close/>
                </a:path>
              </a:pathLst>
            </a:custGeom>
            <a:solidFill>
              <a:srgbClr val="C5D7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0"/>
            <p:cNvSpPr/>
            <p:nvPr/>
          </p:nvSpPr>
          <p:spPr>
            <a:xfrm>
              <a:off x="2446068" y="2272600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51" y="1"/>
                    <a:pt x="1" y="277"/>
                    <a:pt x="1" y="602"/>
                  </a:cubicBezTo>
                  <a:cubicBezTo>
                    <a:pt x="1" y="953"/>
                    <a:pt x="251" y="1204"/>
                    <a:pt x="602" y="1204"/>
                  </a:cubicBezTo>
                  <a:cubicBezTo>
                    <a:pt x="928" y="1204"/>
                    <a:pt x="1204" y="953"/>
                    <a:pt x="1204" y="602"/>
                  </a:cubicBezTo>
                  <a:cubicBezTo>
                    <a:pt x="1204" y="277"/>
                    <a:pt x="928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0"/>
            <p:cNvSpPr/>
            <p:nvPr/>
          </p:nvSpPr>
          <p:spPr>
            <a:xfrm>
              <a:off x="2583811" y="2176988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76" y="0"/>
                    <a:pt x="1" y="276"/>
                    <a:pt x="1" y="602"/>
                  </a:cubicBezTo>
                  <a:cubicBezTo>
                    <a:pt x="1" y="927"/>
                    <a:pt x="276" y="1203"/>
                    <a:pt x="602" y="1203"/>
                  </a:cubicBezTo>
                  <a:cubicBezTo>
                    <a:pt x="928" y="1203"/>
                    <a:pt x="1204" y="927"/>
                    <a:pt x="1204" y="602"/>
                  </a:cubicBezTo>
                  <a:cubicBezTo>
                    <a:pt x="1204" y="276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0"/>
            <p:cNvSpPr/>
            <p:nvPr/>
          </p:nvSpPr>
          <p:spPr>
            <a:xfrm>
              <a:off x="2240749" y="2040516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76" y="0"/>
                    <a:pt x="1" y="276"/>
                    <a:pt x="1" y="602"/>
                  </a:cubicBezTo>
                  <a:cubicBezTo>
                    <a:pt x="1" y="928"/>
                    <a:pt x="276" y="1203"/>
                    <a:pt x="602" y="1203"/>
                  </a:cubicBezTo>
                  <a:cubicBezTo>
                    <a:pt x="928" y="1203"/>
                    <a:pt x="1204" y="928"/>
                    <a:pt x="1204" y="602"/>
                  </a:cubicBezTo>
                  <a:cubicBezTo>
                    <a:pt x="1204" y="276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0"/>
            <p:cNvSpPr/>
            <p:nvPr/>
          </p:nvSpPr>
          <p:spPr>
            <a:xfrm>
              <a:off x="2036703" y="2290460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51" y="1"/>
                    <a:pt x="1" y="251"/>
                    <a:pt x="1" y="602"/>
                  </a:cubicBezTo>
                  <a:cubicBezTo>
                    <a:pt x="1" y="928"/>
                    <a:pt x="251" y="1204"/>
                    <a:pt x="602" y="1204"/>
                  </a:cubicBezTo>
                  <a:cubicBezTo>
                    <a:pt x="928" y="1204"/>
                    <a:pt x="1204" y="928"/>
                    <a:pt x="1204" y="602"/>
                  </a:cubicBezTo>
                  <a:cubicBezTo>
                    <a:pt x="1204" y="251"/>
                    <a:pt x="928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0"/>
            <p:cNvSpPr/>
            <p:nvPr/>
          </p:nvSpPr>
          <p:spPr>
            <a:xfrm>
              <a:off x="1870922" y="2207569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76" y="1"/>
                    <a:pt x="0" y="251"/>
                    <a:pt x="0" y="602"/>
                  </a:cubicBezTo>
                  <a:cubicBezTo>
                    <a:pt x="0" y="928"/>
                    <a:pt x="276" y="1204"/>
                    <a:pt x="602" y="1204"/>
                  </a:cubicBezTo>
                  <a:cubicBezTo>
                    <a:pt x="953" y="1204"/>
                    <a:pt x="1203" y="928"/>
                    <a:pt x="1203" y="602"/>
                  </a:cubicBezTo>
                  <a:cubicBezTo>
                    <a:pt x="1203" y="251"/>
                    <a:pt x="953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0"/>
            <p:cNvSpPr/>
            <p:nvPr/>
          </p:nvSpPr>
          <p:spPr>
            <a:xfrm>
              <a:off x="1645198" y="2424388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51" y="0"/>
                    <a:pt x="0" y="251"/>
                    <a:pt x="0" y="602"/>
                  </a:cubicBezTo>
                  <a:cubicBezTo>
                    <a:pt x="0" y="928"/>
                    <a:pt x="251" y="1203"/>
                    <a:pt x="602" y="1203"/>
                  </a:cubicBezTo>
                  <a:cubicBezTo>
                    <a:pt x="928" y="1203"/>
                    <a:pt x="1203" y="928"/>
                    <a:pt x="1203" y="602"/>
                  </a:cubicBezTo>
                  <a:cubicBezTo>
                    <a:pt x="1203" y="251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0"/>
            <p:cNvSpPr/>
            <p:nvPr/>
          </p:nvSpPr>
          <p:spPr>
            <a:xfrm>
              <a:off x="1481961" y="2333813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76" y="1"/>
                    <a:pt x="0" y="277"/>
                    <a:pt x="0" y="602"/>
                  </a:cubicBezTo>
                  <a:cubicBezTo>
                    <a:pt x="0" y="928"/>
                    <a:pt x="276" y="1204"/>
                    <a:pt x="602" y="1204"/>
                  </a:cubicBezTo>
                  <a:cubicBezTo>
                    <a:pt x="953" y="1204"/>
                    <a:pt x="1203" y="928"/>
                    <a:pt x="1203" y="602"/>
                  </a:cubicBezTo>
                  <a:cubicBezTo>
                    <a:pt x="1203" y="277"/>
                    <a:pt x="953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0"/>
            <p:cNvSpPr/>
            <p:nvPr/>
          </p:nvSpPr>
          <p:spPr>
            <a:xfrm>
              <a:off x="1326357" y="2424388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76" y="0"/>
                    <a:pt x="1" y="251"/>
                    <a:pt x="1" y="602"/>
                  </a:cubicBezTo>
                  <a:cubicBezTo>
                    <a:pt x="1" y="928"/>
                    <a:pt x="276" y="1203"/>
                    <a:pt x="602" y="1203"/>
                  </a:cubicBezTo>
                  <a:cubicBezTo>
                    <a:pt x="928" y="1203"/>
                    <a:pt x="1204" y="928"/>
                    <a:pt x="1204" y="602"/>
                  </a:cubicBezTo>
                  <a:cubicBezTo>
                    <a:pt x="1204" y="251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0"/>
            <p:cNvSpPr/>
            <p:nvPr/>
          </p:nvSpPr>
          <p:spPr>
            <a:xfrm>
              <a:off x="2788711" y="2400163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76" y="0"/>
                    <a:pt x="1" y="276"/>
                    <a:pt x="1" y="602"/>
                  </a:cubicBezTo>
                  <a:cubicBezTo>
                    <a:pt x="1" y="927"/>
                    <a:pt x="276" y="1203"/>
                    <a:pt x="602" y="1203"/>
                  </a:cubicBezTo>
                  <a:cubicBezTo>
                    <a:pt x="928" y="1203"/>
                    <a:pt x="1204" y="927"/>
                    <a:pt x="1204" y="602"/>
                  </a:cubicBezTo>
                  <a:cubicBezTo>
                    <a:pt x="1204" y="276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0"/>
            <p:cNvSpPr/>
            <p:nvPr/>
          </p:nvSpPr>
          <p:spPr>
            <a:xfrm>
              <a:off x="1350578" y="1807760"/>
              <a:ext cx="1473070" cy="423414"/>
            </a:xfrm>
            <a:custGeom>
              <a:avLst/>
              <a:gdLst/>
              <a:ahLst/>
              <a:cxnLst/>
              <a:rect l="l" t="t" r="r" b="b"/>
              <a:pathLst>
                <a:path w="28949" h="8321" extrusionOk="0">
                  <a:moveTo>
                    <a:pt x="18096" y="0"/>
                  </a:moveTo>
                  <a:lnTo>
                    <a:pt x="13886" y="5113"/>
                  </a:lnTo>
                  <a:lnTo>
                    <a:pt x="10753" y="3133"/>
                  </a:lnTo>
                  <a:lnTo>
                    <a:pt x="6191" y="7644"/>
                  </a:lnTo>
                  <a:lnTo>
                    <a:pt x="2983" y="5890"/>
                  </a:lnTo>
                  <a:lnTo>
                    <a:pt x="1" y="7995"/>
                  </a:lnTo>
                  <a:lnTo>
                    <a:pt x="251" y="8321"/>
                  </a:lnTo>
                  <a:lnTo>
                    <a:pt x="3008" y="6366"/>
                  </a:lnTo>
                  <a:lnTo>
                    <a:pt x="6267" y="8146"/>
                  </a:lnTo>
                  <a:lnTo>
                    <a:pt x="10803" y="3659"/>
                  </a:lnTo>
                  <a:lnTo>
                    <a:pt x="13961" y="5664"/>
                  </a:lnTo>
                  <a:lnTo>
                    <a:pt x="18096" y="652"/>
                  </a:lnTo>
                  <a:lnTo>
                    <a:pt x="22081" y="5163"/>
                  </a:lnTo>
                  <a:lnTo>
                    <a:pt x="24838" y="3384"/>
                  </a:lnTo>
                  <a:lnTo>
                    <a:pt x="28648" y="7669"/>
                  </a:lnTo>
                  <a:lnTo>
                    <a:pt x="28948" y="7394"/>
                  </a:lnTo>
                  <a:lnTo>
                    <a:pt x="24913" y="2832"/>
                  </a:lnTo>
                  <a:lnTo>
                    <a:pt x="22156" y="4637"/>
                  </a:lnTo>
                  <a:lnTo>
                    <a:pt x="180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0"/>
            <p:cNvSpPr/>
            <p:nvPr/>
          </p:nvSpPr>
          <p:spPr>
            <a:xfrm>
              <a:off x="2446068" y="2025800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51" y="1"/>
                    <a:pt x="1" y="277"/>
                    <a:pt x="1" y="602"/>
                  </a:cubicBezTo>
                  <a:cubicBezTo>
                    <a:pt x="1" y="953"/>
                    <a:pt x="251" y="1204"/>
                    <a:pt x="602" y="1204"/>
                  </a:cubicBezTo>
                  <a:cubicBezTo>
                    <a:pt x="928" y="1204"/>
                    <a:pt x="1204" y="953"/>
                    <a:pt x="1204" y="602"/>
                  </a:cubicBezTo>
                  <a:cubicBezTo>
                    <a:pt x="1204" y="277"/>
                    <a:pt x="928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0"/>
            <p:cNvSpPr/>
            <p:nvPr/>
          </p:nvSpPr>
          <p:spPr>
            <a:xfrm>
              <a:off x="2583811" y="1930188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76" y="0"/>
                    <a:pt x="1" y="276"/>
                    <a:pt x="1" y="602"/>
                  </a:cubicBezTo>
                  <a:cubicBezTo>
                    <a:pt x="1" y="927"/>
                    <a:pt x="276" y="1203"/>
                    <a:pt x="602" y="1203"/>
                  </a:cubicBezTo>
                  <a:cubicBezTo>
                    <a:pt x="928" y="1203"/>
                    <a:pt x="1204" y="927"/>
                    <a:pt x="1204" y="602"/>
                  </a:cubicBezTo>
                  <a:cubicBezTo>
                    <a:pt x="1204" y="276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0"/>
            <p:cNvSpPr/>
            <p:nvPr/>
          </p:nvSpPr>
          <p:spPr>
            <a:xfrm>
              <a:off x="2240749" y="1793716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76" y="0"/>
                    <a:pt x="1" y="276"/>
                    <a:pt x="1" y="602"/>
                  </a:cubicBezTo>
                  <a:cubicBezTo>
                    <a:pt x="1" y="928"/>
                    <a:pt x="276" y="1203"/>
                    <a:pt x="602" y="1203"/>
                  </a:cubicBezTo>
                  <a:cubicBezTo>
                    <a:pt x="928" y="1203"/>
                    <a:pt x="1204" y="928"/>
                    <a:pt x="1204" y="602"/>
                  </a:cubicBezTo>
                  <a:cubicBezTo>
                    <a:pt x="1204" y="276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0"/>
            <p:cNvSpPr/>
            <p:nvPr/>
          </p:nvSpPr>
          <p:spPr>
            <a:xfrm>
              <a:off x="2036703" y="2043660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51" y="1"/>
                    <a:pt x="1" y="251"/>
                    <a:pt x="1" y="602"/>
                  </a:cubicBezTo>
                  <a:cubicBezTo>
                    <a:pt x="1" y="928"/>
                    <a:pt x="251" y="1204"/>
                    <a:pt x="602" y="1204"/>
                  </a:cubicBezTo>
                  <a:cubicBezTo>
                    <a:pt x="928" y="1204"/>
                    <a:pt x="1204" y="928"/>
                    <a:pt x="1204" y="602"/>
                  </a:cubicBezTo>
                  <a:cubicBezTo>
                    <a:pt x="1204" y="251"/>
                    <a:pt x="928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0"/>
            <p:cNvSpPr/>
            <p:nvPr/>
          </p:nvSpPr>
          <p:spPr>
            <a:xfrm>
              <a:off x="1870922" y="1960769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76" y="1"/>
                    <a:pt x="0" y="251"/>
                    <a:pt x="0" y="602"/>
                  </a:cubicBezTo>
                  <a:cubicBezTo>
                    <a:pt x="0" y="928"/>
                    <a:pt x="276" y="1204"/>
                    <a:pt x="602" y="1204"/>
                  </a:cubicBezTo>
                  <a:cubicBezTo>
                    <a:pt x="953" y="1204"/>
                    <a:pt x="1203" y="928"/>
                    <a:pt x="1203" y="602"/>
                  </a:cubicBezTo>
                  <a:cubicBezTo>
                    <a:pt x="1203" y="251"/>
                    <a:pt x="953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0"/>
            <p:cNvSpPr/>
            <p:nvPr/>
          </p:nvSpPr>
          <p:spPr>
            <a:xfrm>
              <a:off x="1645198" y="2177588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51" y="0"/>
                    <a:pt x="0" y="251"/>
                    <a:pt x="0" y="602"/>
                  </a:cubicBezTo>
                  <a:cubicBezTo>
                    <a:pt x="0" y="928"/>
                    <a:pt x="251" y="1203"/>
                    <a:pt x="602" y="1203"/>
                  </a:cubicBezTo>
                  <a:cubicBezTo>
                    <a:pt x="928" y="1203"/>
                    <a:pt x="1203" y="928"/>
                    <a:pt x="1203" y="602"/>
                  </a:cubicBezTo>
                  <a:cubicBezTo>
                    <a:pt x="1203" y="251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0"/>
            <p:cNvSpPr/>
            <p:nvPr/>
          </p:nvSpPr>
          <p:spPr>
            <a:xfrm>
              <a:off x="1481961" y="2087013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76" y="1"/>
                    <a:pt x="0" y="277"/>
                    <a:pt x="0" y="602"/>
                  </a:cubicBezTo>
                  <a:cubicBezTo>
                    <a:pt x="0" y="928"/>
                    <a:pt x="276" y="1204"/>
                    <a:pt x="602" y="1204"/>
                  </a:cubicBezTo>
                  <a:cubicBezTo>
                    <a:pt x="953" y="1204"/>
                    <a:pt x="1203" y="928"/>
                    <a:pt x="1203" y="602"/>
                  </a:cubicBezTo>
                  <a:cubicBezTo>
                    <a:pt x="1203" y="277"/>
                    <a:pt x="953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0"/>
            <p:cNvSpPr/>
            <p:nvPr/>
          </p:nvSpPr>
          <p:spPr>
            <a:xfrm>
              <a:off x="2788711" y="2153363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76" y="0"/>
                    <a:pt x="1" y="276"/>
                    <a:pt x="1" y="602"/>
                  </a:cubicBezTo>
                  <a:cubicBezTo>
                    <a:pt x="1" y="927"/>
                    <a:pt x="276" y="1203"/>
                    <a:pt x="602" y="1203"/>
                  </a:cubicBezTo>
                  <a:cubicBezTo>
                    <a:pt x="928" y="1203"/>
                    <a:pt x="1204" y="927"/>
                    <a:pt x="1204" y="602"/>
                  </a:cubicBezTo>
                  <a:cubicBezTo>
                    <a:pt x="1204" y="276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0"/>
            <p:cNvSpPr/>
            <p:nvPr/>
          </p:nvSpPr>
          <p:spPr>
            <a:xfrm>
              <a:off x="1215228" y="1869398"/>
              <a:ext cx="1878936" cy="793723"/>
            </a:xfrm>
            <a:custGeom>
              <a:avLst/>
              <a:gdLst/>
              <a:ahLst/>
              <a:cxnLst/>
              <a:rect l="l" t="t" r="r" b="b"/>
              <a:pathLst>
                <a:path w="26818" h="11330" extrusionOk="0">
                  <a:moveTo>
                    <a:pt x="1" y="1"/>
                  </a:moveTo>
                  <a:lnTo>
                    <a:pt x="1" y="11329"/>
                  </a:lnTo>
                  <a:lnTo>
                    <a:pt x="26818" y="11329"/>
                  </a:lnTo>
                  <a:lnTo>
                    <a:pt x="26818" y="10928"/>
                  </a:lnTo>
                  <a:lnTo>
                    <a:pt x="427" y="10928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5" name="Google Shape;1875;p40"/>
          <p:cNvGrpSpPr/>
          <p:nvPr/>
        </p:nvGrpSpPr>
        <p:grpSpPr>
          <a:xfrm>
            <a:off x="6617881" y="1637514"/>
            <a:ext cx="1001689" cy="968976"/>
            <a:chOff x="5498093" y="1163962"/>
            <a:chExt cx="2577686" cy="2493504"/>
          </a:xfrm>
        </p:grpSpPr>
        <p:sp>
          <p:nvSpPr>
            <p:cNvPr id="1876" name="Google Shape;1876;p40"/>
            <p:cNvSpPr/>
            <p:nvPr/>
          </p:nvSpPr>
          <p:spPr>
            <a:xfrm>
              <a:off x="5686114" y="1163962"/>
              <a:ext cx="1100872" cy="1100872"/>
            </a:xfrm>
            <a:custGeom>
              <a:avLst/>
              <a:gdLst/>
              <a:ahLst/>
              <a:cxnLst/>
              <a:rect l="l" t="t" r="r" b="b"/>
              <a:pathLst>
                <a:path w="11154" h="11154" extrusionOk="0">
                  <a:moveTo>
                    <a:pt x="11154" y="0"/>
                  </a:moveTo>
                  <a:cubicBezTo>
                    <a:pt x="4988" y="0"/>
                    <a:pt x="1" y="4988"/>
                    <a:pt x="1" y="11153"/>
                  </a:cubicBezTo>
                  <a:lnTo>
                    <a:pt x="11154" y="11153"/>
                  </a:lnTo>
                  <a:lnTo>
                    <a:pt x="111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0"/>
            <p:cNvSpPr/>
            <p:nvPr/>
          </p:nvSpPr>
          <p:spPr>
            <a:xfrm>
              <a:off x="5767738" y="1260390"/>
              <a:ext cx="2308041" cy="2310508"/>
            </a:xfrm>
            <a:custGeom>
              <a:avLst/>
              <a:gdLst/>
              <a:ahLst/>
              <a:cxnLst/>
              <a:rect l="l" t="t" r="r" b="b"/>
              <a:pathLst>
                <a:path w="23385" h="23410" extrusionOk="0">
                  <a:moveTo>
                    <a:pt x="11680" y="1"/>
                  </a:moveTo>
                  <a:lnTo>
                    <a:pt x="11680" y="11705"/>
                  </a:lnTo>
                  <a:lnTo>
                    <a:pt x="1" y="11705"/>
                  </a:lnTo>
                  <a:cubicBezTo>
                    <a:pt x="1" y="18171"/>
                    <a:pt x="5239" y="23409"/>
                    <a:pt x="11680" y="23409"/>
                  </a:cubicBezTo>
                  <a:cubicBezTo>
                    <a:pt x="18146" y="23409"/>
                    <a:pt x="23384" y="18171"/>
                    <a:pt x="23384" y="11705"/>
                  </a:cubicBezTo>
                  <a:cubicBezTo>
                    <a:pt x="23384" y="5239"/>
                    <a:pt x="18146" y="1"/>
                    <a:pt x="11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0"/>
            <p:cNvSpPr/>
            <p:nvPr/>
          </p:nvSpPr>
          <p:spPr>
            <a:xfrm>
              <a:off x="5498093" y="2415654"/>
              <a:ext cx="1422527" cy="1241812"/>
            </a:xfrm>
            <a:custGeom>
              <a:avLst/>
              <a:gdLst/>
              <a:ahLst/>
              <a:cxnLst/>
              <a:rect l="l" t="t" r="r" b="b"/>
              <a:pathLst>
                <a:path w="14413" h="12582" extrusionOk="0">
                  <a:moveTo>
                    <a:pt x="14412" y="0"/>
                  </a:moveTo>
                  <a:lnTo>
                    <a:pt x="1" y="2381"/>
                  </a:lnTo>
                  <a:cubicBezTo>
                    <a:pt x="703" y="6717"/>
                    <a:pt x="3334" y="10401"/>
                    <a:pt x="6968" y="12582"/>
                  </a:cubicBezTo>
                  <a:lnTo>
                    <a:pt x="144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DFAA0A7-BB68-0CCF-0A96-0770CD85A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807" y="3556435"/>
            <a:ext cx="245049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and inconsistent values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Salary formatting inconsistencies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 records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315CB6-A2D6-6100-FA2D-3BAC0924F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046" y="3657158"/>
            <a:ext cx="26399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 constraint errors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type mismatches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 relationship debugging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>
          <a:extLst>
            <a:ext uri="{FF2B5EF4-FFF2-40B4-BE49-F238E27FC236}">
              <a16:creationId xmlns:a16="http://schemas.microsoft.com/office/drawing/2014/main" id="{F928EF5E-5E73-CAB3-68F7-2B9D22091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3">
            <a:extLst>
              <a:ext uri="{FF2B5EF4-FFF2-40B4-BE49-F238E27FC236}">
                <a16:creationId xmlns:a16="http://schemas.microsoft.com/office/drawing/2014/main" id="{3067C6B1-7DF1-F380-53AD-A748AEEF59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SOLUTIONS &amp; KEY LEARNINGS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A58400-6005-966B-BEA5-DAE4FA8B8EC3}"/>
              </a:ext>
            </a:extLst>
          </p:cNvPr>
          <p:cNvSpPr txBox="1"/>
          <p:nvPr/>
        </p:nvSpPr>
        <p:spPr>
          <a:xfrm>
            <a:off x="794385" y="1599248"/>
            <a:ext cx="457581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Titillium Web" panose="00000500000000000000" pitchFamily="2" charset="0"/>
              </a:rPr>
              <a:t>Solutions Implemented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>
                <a:latin typeface="Titillium Web" panose="00000500000000000000" pitchFamily="2" charset="0"/>
              </a:rPr>
              <a:t>Regex-based validations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>
                <a:latin typeface="Titillium Web" panose="00000500000000000000" pitchFamily="2" charset="0"/>
              </a:rPr>
              <a:t>Data standardization rules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>
                <a:latin typeface="Titillium Web" panose="00000500000000000000" pitchFamily="2" charset="0"/>
              </a:rPr>
              <a:t>Dimensional modelling approach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>
                <a:latin typeface="Titillium Web" panose="00000500000000000000" pitchFamily="2" charset="0"/>
              </a:rPr>
              <a:t>Incremental ETL strategy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CE3333-1C45-AFBD-64DD-E4CD7404D715}"/>
              </a:ext>
            </a:extLst>
          </p:cNvPr>
          <p:cNvSpPr txBox="1"/>
          <p:nvPr/>
        </p:nvSpPr>
        <p:spPr>
          <a:xfrm>
            <a:off x="5013960" y="1599248"/>
            <a:ext cx="457581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Titillium Web" panose="00000500000000000000" pitchFamily="2" charset="0"/>
              </a:rPr>
              <a:t>Key Learnings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>
                <a:latin typeface="Titillium Web" panose="00000500000000000000" pitchFamily="2" charset="0"/>
              </a:rPr>
              <a:t>ETL pipeline Development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>
                <a:latin typeface="Titillium Web" panose="00000500000000000000" pitchFamily="2" charset="0"/>
              </a:rPr>
              <a:t>Dimensional Modelling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>
                <a:latin typeface="Titillium Web" panose="00000500000000000000" pitchFamily="2" charset="0"/>
              </a:rPr>
              <a:t>ETL Orchestration Concepts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sz="2000" dirty="0">
                <a:latin typeface="Titillium Web" panose="00000500000000000000" pitchFamily="2" charset="0"/>
              </a:rPr>
              <a:t>Data Warehouse Design</a:t>
            </a:r>
          </a:p>
        </p:txBody>
      </p:sp>
    </p:spTree>
    <p:extLst>
      <p:ext uri="{BB962C8B-B14F-4D97-AF65-F5344CB8AC3E}">
        <p14:creationId xmlns:p14="http://schemas.microsoft.com/office/powerpoint/2010/main" val="23363335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>
          <a:extLst>
            <a:ext uri="{FF2B5EF4-FFF2-40B4-BE49-F238E27FC236}">
              <a16:creationId xmlns:a16="http://schemas.microsoft.com/office/drawing/2014/main" id="{E4AF94AB-B4CA-1903-7C34-BF1005F7E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3">
            <a:extLst>
              <a:ext uri="{FF2B5EF4-FFF2-40B4-BE49-F238E27FC236}">
                <a16:creationId xmlns:a16="http://schemas.microsoft.com/office/drawing/2014/main" id="{2490FE3E-65F4-2AF9-4A53-D8D63FF81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ENHANCEMENTS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993BDE-EF72-826A-9B08-0F6BCD865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" y="1417588"/>
            <a:ext cx="729996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Fully automate pipelines using Airflow scheduling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Implement Slowly Changing Dimensions (SCD)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Add automated data quality testing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Optimize warehouse performance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Improve incremental loading logic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tillium Web" panose="00000500000000000000" pitchFamily="2" charset="0"/>
              </a:rPr>
              <a:t>Deploy dashboards to cloud platforms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tillium Web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974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35"/>
          <p:cNvSpPr txBox="1">
            <a:spLocks noGrp="1"/>
          </p:cNvSpPr>
          <p:nvPr>
            <p:ph type="title"/>
          </p:nvPr>
        </p:nvSpPr>
        <p:spPr>
          <a:xfrm>
            <a:off x="4266561" y="1919348"/>
            <a:ext cx="40323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INSIGHTS</a:t>
            </a:r>
            <a:endParaRPr dirty="0"/>
          </a:p>
        </p:txBody>
      </p:sp>
      <p:grpSp>
        <p:nvGrpSpPr>
          <p:cNvPr id="1550" name="Google Shape;1550;p35"/>
          <p:cNvGrpSpPr/>
          <p:nvPr/>
        </p:nvGrpSpPr>
        <p:grpSpPr>
          <a:xfrm>
            <a:off x="546375" y="880125"/>
            <a:ext cx="3259655" cy="3161125"/>
            <a:chOff x="546375" y="880125"/>
            <a:chExt cx="3259655" cy="3161125"/>
          </a:xfrm>
        </p:grpSpPr>
        <p:sp>
          <p:nvSpPr>
            <p:cNvPr id="1551" name="Google Shape;1551;p35"/>
            <p:cNvSpPr/>
            <p:nvPr/>
          </p:nvSpPr>
          <p:spPr>
            <a:xfrm>
              <a:off x="720797" y="1065421"/>
              <a:ext cx="2741833" cy="2741833"/>
            </a:xfrm>
            <a:custGeom>
              <a:avLst/>
              <a:gdLst/>
              <a:ahLst/>
              <a:cxnLst/>
              <a:rect l="l" t="t" r="r" b="b"/>
              <a:pathLst>
                <a:path w="25214" h="25214" extrusionOk="0">
                  <a:moveTo>
                    <a:pt x="12607" y="4963"/>
                  </a:moveTo>
                  <a:cubicBezTo>
                    <a:pt x="16817" y="4963"/>
                    <a:pt x="20251" y="8397"/>
                    <a:pt x="20251" y="12607"/>
                  </a:cubicBezTo>
                  <a:cubicBezTo>
                    <a:pt x="20251" y="16843"/>
                    <a:pt x="16817" y="20251"/>
                    <a:pt x="12607" y="20251"/>
                  </a:cubicBezTo>
                  <a:cubicBezTo>
                    <a:pt x="8371" y="20251"/>
                    <a:pt x="4963" y="16843"/>
                    <a:pt x="4963" y="12607"/>
                  </a:cubicBezTo>
                  <a:cubicBezTo>
                    <a:pt x="4963" y="8397"/>
                    <a:pt x="8371" y="4963"/>
                    <a:pt x="12607" y="4963"/>
                  </a:cubicBezTo>
                  <a:close/>
                  <a:moveTo>
                    <a:pt x="12607" y="1"/>
                  </a:moveTo>
                  <a:cubicBezTo>
                    <a:pt x="5639" y="1"/>
                    <a:pt x="0" y="5640"/>
                    <a:pt x="0" y="12607"/>
                  </a:cubicBezTo>
                  <a:cubicBezTo>
                    <a:pt x="0" y="19575"/>
                    <a:pt x="5639" y="25214"/>
                    <a:pt x="12607" y="25214"/>
                  </a:cubicBezTo>
                  <a:cubicBezTo>
                    <a:pt x="19574" y="25214"/>
                    <a:pt x="25213" y="19575"/>
                    <a:pt x="25213" y="12607"/>
                  </a:cubicBezTo>
                  <a:cubicBezTo>
                    <a:pt x="25213" y="5640"/>
                    <a:pt x="19574" y="1"/>
                    <a:pt x="126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5"/>
            <p:cNvSpPr/>
            <p:nvPr/>
          </p:nvSpPr>
          <p:spPr>
            <a:xfrm>
              <a:off x="1456655" y="1065421"/>
              <a:ext cx="1291861" cy="640602"/>
            </a:xfrm>
            <a:custGeom>
              <a:avLst/>
              <a:gdLst/>
              <a:ahLst/>
              <a:cxnLst/>
              <a:rect l="l" t="t" r="r" b="b"/>
              <a:pathLst>
                <a:path w="11880" h="5891" extrusionOk="0">
                  <a:moveTo>
                    <a:pt x="5840" y="1"/>
                  </a:moveTo>
                  <a:cubicBezTo>
                    <a:pt x="3735" y="1"/>
                    <a:pt x="1755" y="527"/>
                    <a:pt x="0" y="1429"/>
                  </a:cubicBezTo>
                  <a:lnTo>
                    <a:pt x="2306" y="5840"/>
                  </a:lnTo>
                  <a:cubicBezTo>
                    <a:pt x="3359" y="5289"/>
                    <a:pt x="4562" y="4963"/>
                    <a:pt x="5840" y="4963"/>
                  </a:cubicBezTo>
                  <a:cubicBezTo>
                    <a:pt x="7168" y="4963"/>
                    <a:pt x="8421" y="5314"/>
                    <a:pt x="9499" y="5890"/>
                  </a:cubicBezTo>
                  <a:lnTo>
                    <a:pt x="11880" y="1555"/>
                  </a:lnTo>
                  <a:cubicBezTo>
                    <a:pt x="10075" y="552"/>
                    <a:pt x="8020" y="1"/>
                    <a:pt x="58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5"/>
            <p:cNvSpPr/>
            <p:nvPr/>
          </p:nvSpPr>
          <p:spPr>
            <a:xfrm>
              <a:off x="2715780" y="2501683"/>
              <a:ext cx="741406" cy="839601"/>
            </a:xfrm>
            <a:custGeom>
              <a:avLst/>
              <a:gdLst/>
              <a:ahLst/>
              <a:cxnLst/>
              <a:rect l="l" t="t" r="r" b="b"/>
              <a:pathLst>
                <a:path w="6818" h="7721" extrusionOk="0">
                  <a:moveTo>
                    <a:pt x="1880" y="1"/>
                  </a:moveTo>
                  <a:cubicBezTo>
                    <a:pt x="1755" y="1705"/>
                    <a:pt x="1053" y="3234"/>
                    <a:pt x="0" y="4437"/>
                  </a:cubicBezTo>
                  <a:lnTo>
                    <a:pt x="3735" y="7720"/>
                  </a:lnTo>
                  <a:cubicBezTo>
                    <a:pt x="5464" y="5740"/>
                    <a:pt x="6592" y="3184"/>
                    <a:pt x="6817" y="402"/>
                  </a:cubicBezTo>
                  <a:lnTo>
                    <a:pt x="18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5"/>
            <p:cNvSpPr/>
            <p:nvPr/>
          </p:nvSpPr>
          <p:spPr>
            <a:xfrm>
              <a:off x="1358461" y="2981343"/>
              <a:ext cx="1766196" cy="825899"/>
            </a:xfrm>
            <a:custGeom>
              <a:avLst/>
              <a:gdLst/>
              <a:ahLst/>
              <a:cxnLst/>
              <a:rect l="l" t="t" r="r" b="b"/>
              <a:pathLst>
                <a:path w="16242" h="7595" extrusionOk="0">
                  <a:moveTo>
                    <a:pt x="12507" y="1"/>
                  </a:moveTo>
                  <a:cubicBezTo>
                    <a:pt x="11104" y="1630"/>
                    <a:pt x="9049" y="2632"/>
                    <a:pt x="6743" y="2632"/>
                  </a:cubicBezTo>
                  <a:cubicBezTo>
                    <a:pt x="5239" y="2632"/>
                    <a:pt x="3836" y="2206"/>
                    <a:pt x="2658" y="1479"/>
                  </a:cubicBezTo>
                  <a:lnTo>
                    <a:pt x="1" y="5665"/>
                  </a:lnTo>
                  <a:cubicBezTo>
                    <a:pt x="1956" y="6893"/>
                    <a:pt x="4262" y="7595"/>
                    <a:pt x="6743" y="7595"/>
                  </a:cubicBezTo>
                  <a:cubicBezTo>
                    <a:pt x="10527" y="7595"/>
                    <a:pt x="13936" y="5916"/>
                    <a:pt x="16242" y="3259"/>
                  </a:cubicBezTo>
                  <a:lnTo>
                    <a:pt x="125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5"/>
            <p:cNvSpPr/>
            <p:nvPr/>
          </p:nvSpPr>
          <p:spPr>
            <a:xfrm>
              <a:off x="720797" y="1836727"/>
              <a:ext cx="926704" cy="1760650"/>
            </a:xfrm>
            <a:custGeom>
              <a:avLst/>
              <a:gdLst/>
              <a:ahLst/>
              <a:cxnLst/>
              <a:rect l="l" t="t" r="r" b="b"/>
              <a:pathLst>
                <a:path w="8522" h="16191" extrusionOk="0">
                  <a:moveTo>
                    <a:pt x="1253" y="0"/>
                  </a:moveTo>
                  <a:cubicBezTo>
                    <a:pt x="451" y="1655"/>
                    <a:pt x="0" y="3534"/>
                    <a:pt x="0" y="5514"/>
                  </a:cubicBezTo>
                  <a:cubicBezTo>
                    <a:pt x="0" y="10000"/>
                    <a:pt x="2331" y="13960"/>
                    <a:pt x="5865" y="16191"/>
                  </a:cubicBezTo>
                  <a:lnTo>
                    <a:pt x="8522" y="12005"/>
                  </a:lnTo>
                  <a:cubicBezTo>
                    <a:pt x="6391" y="10652"/>
                    <a:pt x="4963" y="8246"/>
                    <a:pt x="4963" y="5514"/>
                  </a:cubicBezTo>
                  <a:cubicBezTo>
                    <a:pt x="4963" y="4311"/>
                    <a:pt x="5238" y="3183"/>
                    <a:pt x="5715" y="2156"/>
                  </a:cubicBezTo>
                  <a:lnTo>
                    <a:pt x="1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5"/>
            <p:cNvSpPr/>
            <p:nvPr/>
          </p:nvSpPr>
          <p:spPr>
            <a:xfrm>
              <a:off x="3587891" y="2875103"/>
              <a:ext cx="179969" cy="179969"/>
            </a:xfrm>
            <a:custGeom>
              <a:avLst/>
              <a:gdLst/>
              <a:ahLst/>
              <a:cxnLst/>
              <a:rect l="l" t="t" r="r" b="b"/>
              <a:pathLst>
                <a:path w="1655" h="1655" extrusionOk="0">
                  <a:moveTo>
                    <a:pt x="276" y="0"/>
                  </a:moveTo>
                  <a:lnTo>
                    <a:pt x="0" y="301"/>
                  </a:lnTo>
                  <a:lnTo>
                    <a:pt x="1379" y="1654"/>
                  </a:lnTo>
                  <a:lnTo>
                    <a:pt x="1654" y="1379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5"/>
            <p:cNvSpPr/>
            <p:nvPr/>
          </p:nvSpPr>
          <p:spPr>
            <a:xfrm>
              <a:off x="3587891" y="2875103"/>
              <a:ext cx="179969" cy="179969"/>
            </a:xfrm>
            <a:custGeom>
              <a:avLst/>
              <a:gdLst/>
              <a:ahLst/>
              <a:cxnLst/>
              <a:rect l="l" t="t" r="r" b="b"/>
              <a:pathLst>
                <a:path w="1655" h="1655" extrusionOk="0">
                  <a:moveTo>
                    <a:pt x="1354" y="0"/>
                  </a:moveTo>
                  <a:lnTo>
                    <a:pt x="0" y="1379"/>
                  </a:lnTo>
                  <a:lnTo>
                    <a:pt x="301" y="1654"/>
                  </a:lnTo>
                  <a:lnTo>
                    <a:pt x="1654" y="301"/>
                  </a:lnTo>
                  <a:lnTo>
                    <a:pt x="13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5"/>
            <p:cNvSpPr/>
            <p:nvPr/>
          </p:nvSpPr>
          <p:spPr>
            <a:xfrm>
              <a:off x="1077798" y="880125"/>
              <a:ext cx="212700" cy="212700"/>
            </a:xfrm>
            <a:custGeom>
              <a:avLst/>
              <a:gdLst/>
              <a:ahLst/>
              <a:cxnLst/>
              <a:rect l="l" t="t" r="r" b="b"/>
              <a:pathLst>
                <a:path w="1956" h="1956" extrusionOk="0">
                  <a:moveTo>
                    <a:pt x="978" y="426"/>
                  </a:moveTo>
                  <a:cubicBezTo>
                    <a:pt x="1279" y="426"/>
                    <a:pt x="1529" y="677"/>
                    <a:pt x="1529" y="978"/>
                  </a:cubicBezTo>
                  <a:cubicBezTo>
                    <a:pt x="1529" y="1279"/>
                    <a:pt x="1279" y="1529"/>
                    <a:pt x="978" y="1529"/>
                  </a:cubicBezTo>
                  <a:cubicBezTo>
                    <a:pt x="677" y="1529"/>
                    <a:pt x="427" y="1279"/>
                    <a:pt x="427" y="978"/>
                  </a:cubicBezTo>
                  <a:cubicBezTo>
                    <a:pt x="427" y="677"/>
                    <a:pt x="677" y="426"/>
                    <a:pt x="978" y="426"/>
                  </a:cubicBezTo>
                  <a:close/>
                  <a:moveTo>
                    <a:pt x="978" y="0"/>
                  </a:moveTo>
                  <a:cubicBezTo>
                    <a:pt x="452" y="0"/>
                    <a:pt x="0" y="452"/>
                    <a:pt x="0" y="978"/>
                  </a:cubicBezTo>
                  <a:cubicBezTo>
                    <a:pt x="0" y="1504"/>
                    <a:pt x="452" y="1955"/>
                    <a:pt x="978" y="1955"/>
                  </a:cubicBezTo>
                  <a:cubicBezTo>
                    <a:pt x="1504" y="1955"/>
                    <a:pt x="1955" y="1504"/>
                    <a:pt x="1955" y="978"/>
                  </a:cubicBezTo>
                  <a:cubicBezTo>
                    <a:pt x="1955" y="452"/>
                    <a:pt x="1504" y="0"/>
                    <a:pt x="9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5"/>
            <p:cNvSpPr/>
            <p:nvPr/>
          </p:nvSpPr>
          <p:spPr>
            <a:xfrm>
              <a:off x="3397049" y="1346192"/>
              <a:ext cx="226402" cy="229012"/>
            </a:xfrm>
            <a:custGeom>
              <a:avLst/>
              <a:gdLst/>
              <a:ahLst/>
              <a:cxnLst/>
              <a:rect l="l" t="t" r="r" b="b"/>
              <a:pathLst>
                <a:path w="2082" h="2106" extrusionOk="0">
                  <a:moveTo>
                    <a:pt x="1029" y="401"/>
                  </a:moveTo>
                  <a:cubicBezTo>
                    <a:pt x="1379" y="401"/>
                    <a:pt x="1680" y="702"/>
                    <a:pt x="1680" y="1053"/>
                  </a:cubicBezTo>
                  <a:cubicBezTo>
                    <a:pt x="1680" y="1404"/>
                    <a:pt x="1379" y="1679"/>
                    <a:pt x="1029" y="1679"/>
                  </a:cubicBezTo>
                  <a:cubicBezTo>
                    <a:pt x="678" y="1679"/>
                    <a:pt x="402" y="1404"/>
                    <a:pt x="402" y="1053"/>
                  </a:cubicBezTo>
                  <a:cubicBezTo>
                    <a:pt x="402" y="702"/>
                    <a:pt x="678" y="401"/>
                    <a:pt x="1029" y="401"/>
                  </a:cubicBezTo>
                  <a:close/>
                  <a:moveTo>
                    <a:pt x="1029" y="0"/>
                  </a:moveTo>
                  <a:cubicBezTo>
                    <a:pt x="452" y="0"/>
                    <a:pt x="1" y="476"/>
                    <a:pt x="1" y="1053"/>
                  </a:cubicBezTo>
                  <a:cubicBezTo>
                    <a:pt x="1" y="1629"/>
                    <a:pt x="452" y="2105"/>
                    <a:pt x="1029" y="2105"/>
                  </a:cubicBezTo>
                  <a:cubicBezTo>
                    <a:pt x="1605" y="2105"/>
                    <a:pt x="2081" y="1629"/>
                    <a:pt x="2081" y="1053"/>
                  </a:cubicBezTo>
                  <a:cubicBezTo>
                    <a:pt x="2081" y="476"/>
                    <a:pt x="1605" y="0"/>
                    <a:pt x="10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5"/>
            <p:cNvSpPr/>
            <p:nvPr/>
          </p:nvSpPr>
          <p:spPr>
            <a:xfrm>
              <a:off x="549094" y="2182852"/>
              <a:ext cx="54589" cy="152674"/>
            </a:xfrm>
            <a:custGeom>
              <a:avLst/>
              <a:gdLst/>
              <a:ahLst/>
              <a:cxnLst/>
              <a:rect l="l" t="t" r="r" b="b"/>
              <a:pathLst>
                <a:path w="502" h="1404" extrusionOk="0">
                  <a:moveTo>
                    <a:pt x="151" y="0"/>
                  </a:moveTo>
                  <a:cubicBezTo>
                    <a:pt x="151" y="0"/>
                    <a:pt x="126" y="101"/>
                    <a:pt x="126" y="226"/>
                  </a:cubicBezTo>
                  <a:cubicBezTo>
                    <a:pt x="101" y="351"/>
                    <a:pt x="75" y="527"/>
                    <a:pt x="50" y="702"/>
                  </a:cubicBezTo>
                  <a:cubicBezTo>
                    <a:pt x="25" y="878"/>
                    <a:pt x="25" y="1028"/>
                    <a:pt x="0" y="1153"/>
                  </a:cubicBezTo>
                  <a:cubicBezTo>
                    <a:pt x="0" y="1304"/>
                    <a:pt x="0" y="1379"/>
                    <a:pt x="0" y="1379"/>
                  </a:cubicBezTo>
                  <a:lnTo>
                    <a:pt x="351" y="1404"/>
                  </a:lnTo>
                  <a:cubicBezTo>
                    <a:pt x="351" y="1404"/>
                    <a:pt x="376" y="1304"/>
                    <a:pt x="376" y="1178"/>
                  </a:cubicBezTo>
                  <a:cubicBezTo>
                    <a:pt x="376" y="1078"/>
                    <a:pt x="401" y="903"/>
                    <a:pt x="426" y="727"/>
                  </a:cubicBezTo>
                  <a:cubicBezTo>
                    <a:pt x="426" y="577"/>
                    <a:pt x="451" y="401"/>
                    <a:pt x="477" y="276"/>
                  </a:cubicBezTo>
                  <a:cubicBezTo>
                    <a:pt x="502" y="176"/>
                    <a:pt x="502" y="76"/>
                    <a:pt x="502" y="76"/>
                  </a:cubicBezTo>
                  <a:lnTo>
                    <a:pt x="1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5"/>
            <p:cNvSpPr/>
            <p:nvPr/>
          </p:nvSpPr>
          <p:spPr>
            <a:xfrm>
              <a:off x="546375" y="2406317"/>
              <a:ext cx="43714" cy="147237"/>
            </a:xfrm>
            <a:custGeom>
              <a:avLst/>
              <a:gdLst/>
              <a:ahLst/>
              <a:cxnLst/>
              <a:rect l="l" t="t" r="r" b="b"/>
              <a:pathLst>
                <a:path w="402" h="1354" extrusionOk="0">
                  <a:moveTo>
                    <a:pt x="0" y="1"/>
                  </a:moveTo>
                  <a:cubicBezTo>
                    <a:pt x="0" y="1"/>
                    <a:pt x="0" y="326"/>
                    <a:pt x="0" y="677"/>
                  </a:cubicBezTo>
                  <a:cubicBezTo>
                    <a:pt x="25" y="1003"/>
                    <a:pt x="50" y="1354"/>
                    <a:pt x="50" y="1354"/>
                  </a:cubicBezTo>
                  <a:lnTo>
                    <a:pt x="401" y="1329"/>
                  </a:lnTo>
                  <a:cubicBezTo>
                    <a:pt x="401" y="1329"/>
                    <a:pt x="401" y="1003"/>
                    <a:pt x="376" y="652"/>
                  </a:cubicBezTo>
                  <a:cubicBezTo>
                    <a:pt x="351" y="326"/>
                    <a:pt x="376" y="1"/>
                    <a:pt x="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5"/>
            <p:cNvSpPr/>
            <p:nvPr/>
          </p:nvSpPr>
          <p:spPr>
            <a:xfrm>
              <a:off x="557249" y="2621625"/>
              <a:ext cx="62744" cy="149956"/>
            </a:xfrm>
            <a:custGeom>
              <a:avLst/>
              <a:gdLst/>
              <a:ahLst/>
              <a:cxnLst/>
              <a:rect l="l" t="t" r="r" b="b"/>
              <a:pathLst>
                <a:path w="577" h="1379" extrusionOk="0">
                  <a:moveTo>
                    <a:pt x="376" y="1"/>
                  </a:moveTo>
                  <a:lnTo>
                    <a:pt x="0" y="51"/>
                  </a:lnTo>
                  <a:cubicBezTo>
                    <a:pt x="0" y="51"/>
                    <a:pt x="26" y="126"/>
                    <a:pt x="26" y="251"/>
                  </a:cubicBezTo>
                  <a:cubicBezTo>
                    <a:pt x="51" y="376"/>
                    <a:pt x="76" y="552"/>
                    <a:pt x="101" y="702"/>
                  </a:cubicBezTo>
                  <a:cubicBezTo>
                    <a:pt x="126" y="878"/>
                    <a:pt x="151" y="1053"/>
                    <a:pt x="176" y="1178"/>
                  </a:cubicBezTo>
                  <a:cubicBezTo>
                    <a:pt x="201" y="1304"/>
                    <a:pt x="226" y="1379"/>
                    <a:pt x="226" y="1379"/>
                  </a:cubicBezTo>
                  <a:lnTo>
                    <a:pt x="577" y="1304"/>
                  </a:lnTo>
                  <a:cubicBezTo>
                    <a:pt x="577" y="1304"/>
                    <a:pt x="552" y="1229"/>
                    <a:pt x="552" y="1103"/>
                  </a:cubicBezTo>
                  <a:cubicBezTo>
                    <a:pt x="527" y="978"/>
                    <a:pt x="502" y="828"/>
                    <a:pt x="477" y="652"/>
                  </a:cubicBezTo>
                  <a:cubicBezTo>
                    <a:pt x="452" y="502"/>
                    <a:pt x="427" y="326"/>
                    <a:pt x="402" y="201"/>
                  </a:cubicBezTo>
                  <a:cubicBezTo>
                    <a:pt x="376" y="76"/>
                    <a:pt x="376" y="1"/>
                    <a:pt x="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5"/>
            <p:cNvSpPr/>
            <p:nvPr/>
          </p:nvSpPr>
          <p:spPr>
            <a:xfrm>
              <a:off x="598136" y="2834216"/>
              <a:ext cx="79165" cy="152674"/>
            </a:xfrm>
            <a:custGeom>
              <a:avLst/>
              <a:gdLst/>
              <a:ahLst/>
              <a:cxnLst/>
              <a:rect l="l" t="t" r="r" b="b"/>
              <a:pathLst>
                <a:path w="728" h="1404" extrusionOk="0">
                  <a:moveTo>
                    <a:pt x="351" y="0"/>
                  </a:moveTo>
                  <a:lnTo>
                    <a:pt x="0" y="76"/>
                  </a:lnTo>
                  <a:lnTo>
                    <a:pt x="376" y="1404"/>
                  </a:lnTo>
                  <a:lnTo>
                    <a:pt x="727" y="1279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5"/>
            <p:cNvSpPr/>
            <p:nvPr/>
          </p:nvSpPr>
          <p:spPr>
            <a:xfrm>
              <a:off x="666318" y="3038650"/>
              <a:ext cx="95476" cy="149956"/>
            </a:xfrm>
            <a:custGeom>
              <a:avLst/>
              <a:gdLst/>
              <a:ahLst/>
              <a:cxnLst/>
              <a:rect l="l" t="t" r="r" b="b"/>
              <a:pathLst>
                <a:path w="878" h="1379" extrusionOk="0">
                  <a:moveTo>
                    <a:pt x="351" y="0"/>
                  </a:moveTo>
                  <a:lnTo>
                    <a:pt x="0" y="125"/>
                  </a:lnTo>
                  <a:cubicBezTo>
                    <a:pt x="0" y="125"/>
                    <a:pt x="25" y="226"/>
                    <a:pt x="75" y="326"/>
                  </a:cubicBezTo>
                  <a:cubicBezTo>
                    <a:pt x="125" y="451"/>
                    <a:pt x="175" y="627"/>
                    <a:pt x="251" y="777"/>
                  </a:cubicBezTo>
                  <a:cubicBezTo>
                    <a:pt x="401" y="1078"/>
                    <a:pt x="551" y="1379"/>
                    <a:pt x="551" y="1379"/>
                  </a:cubicBezTo>
                  <a:lnTo>
                    <a:pt x="877" y="1228"/>
                  </a:lnTo>
                  <a:cubicBezTo>
                    <a:pt x="877" y="1228"/>
                    <a:pt x="727" y="927"/>
                    <a:pt x="602" y="627"/>
                  </a:cubicBezTo>
                  <a:cubicBezTo>
                    <a:pt x="501" y="476"/>
                    <a:pt x="451" y="301"/>
                    <a:pt x="426" y="201"/>
                  </a:cubicBezTo>
                  <a:cubicBezTo>
                    <a:pt x="376" y="75"/>
                    <a:pt x="351" y="0"/>
                    <a:pt x="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5"/>
            <p:cNvSpPr/>
            <p:nvPr/>
          </p:nvSpPr>
          <p:spPr>
            <a:xfrm>
              <a:off x="758966" y="3234821"/>
              <a:ext cx="111787" cy="144519"/>
            </a:xfrm>
            <a:custGeom>
              <a:avLst/>
              <a:gdLst/>
              <a:ahLst/>
              <a:cxnLst/>
              <a:rect l="l" t="t" r="r" b="b"/>
              <a:pathLst>
                <a:path w="1028" h="1329" extrusionOk="0">
                  <a:moveTo>
                    <a:pt x="326" y="1"/>
                  </a:moveTo>
                  <a:lnTo>
                    <a:pt x="0" y="176"/>
                  </a:lnTo>
                  <a:cubicBezTo>
                    <a:pt x="0" y="176"/>
                    <a:pt x="176" y="477"/>
                    <a:pt x="351" y="753"/>
                  </a:cubicBezTo>
                  <a:cubicBezTo>
                    <a:pt x="451" y="903"/>
                    <a:pt x="526" y="1053"/>
                    <a:pt x="602" y="1154"/>
                  </a:cubicBezTo>
                  <a:cubicBezTo>
                    <a:pt x="677" y="1254"/>
                    <a:pt x="727" y="1329"/>
                    <a:pt x="727" y="1329"/>
                  </a:cubicBezTo>
                  <a:lnTo>
                    <a:pt x="1028" y="1128"/>
                  </a:lnTo>
                  <a:cubicBezTo>
                    <a:pt x="1028" y="1128"/>
                    <a:pt x="978" y="1053"/>
                    <a:pt x="902" y="953"/>
                  </a:cubicBezTo>
                  <a:cubicBezTo>
                    <a:pt x="852" y="853"/>
                    <a:pt x="752" y="702"/>
                    <a:pt x="677" y="577"/>
                  </a:cubicBezTo>
                  <a:cubicBezTo>
                    <a:pt x="501" y="276"/>
                    <a:pt x="326" y="1"/>
                    <a:pt x="3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5"/>
            <p:cNvSpPr/>
            <p:nvPr/>
          </p:nvSpPr>
          <p:spPr>
            <a:xfrm>
              <a:off x="881518" y="3414680"/>
              <a:ext cx="122770" cy="139082"/>
            </a:xfrm>
            <a:custGeom>
              <a:avLst/>
              <a:gdLst/>
              <a:ahLst/>
              <a:cxnLst/>
              <a:rect l="l" t="t" r="r" b="b"/>
              <a:pathLst>
                <a:path w="1129" h="1279" extrusionOk="0">
                  <a:moveTo>
                    <a:pt x="277" y="1"/>
                  </a:moveTo>
                  <a:lnTo>
                    <a:pt x="1" y="226"/>
                  </a:lnTo>
                  <a:cubicBezTo>
                    <a:pt x="1" y="226"/>
                    <a:pt x="51" y="302"/>
                    <a:pt x="126" y="402"/>
                  </a:cubicBezTo>
                  <a:cubicBezTo>
                    <a:pt x="201" y="502"/>
                    <a:pt x="277" y="652"/>
                    <a:pt x="402" y="778"/>
                  </a:cubicBezTo>
                  <a:cubicBezTo>
                    <a:pt x="628" y="1028"/>
                    <a:pt x="853" y="1279"/>
                    <a:pt x="853" y="1279"/>
                  </a:cubicBezTo>
                  <a:lnTo>
                    <a:pt x="1129" y="1053"/>
                  </a:lnTo>
                  <a:cubicBezTo>
                    <a:pt x="1129" y="1053"/>
                    <a:pt x="903" y="778"/>
                    <a:pt x="678" y="527"/>
                  </a:cubicBezTo>
                  <a:cubicBezTo>
                    <a:pt x="577" y="427"/>
                    <a:pt x="477" y="276"/>
                    <a:pt x="402" y="176"/>
                  </a:cubicBezTo>
                  <a:cubicBezTo>
                    <a:pt x="327" y="76"/>
                    <a:pt x="277" y="1"/>
                    <a:pt x="2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5"/>
            <p:cNvSpPr/>
            <p:nvPr/>
          </p:nvSpPr>
          <p:spPr>
            <a:xfrm>
              <a:off x="3645089" y="2101078"/>
              <a:ext cx="38277" cy="57307"/>
            </a:xfrm>
            <a:custGeom>
              <a:avLst/>
              <a:gdLst/>
              <a:ahLst/>
              <a:cxnLst/>
              <a:rect l="l" t="t" r="r" b="b"/>
              <a:pathLst>
                <a:path w="352" h="527" extrusionOk="0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5"/>
            <p:cNvSpPr/>
            <p:nvPr/>
          </p:nvSpPr>
          <p:spPr>
            <a:xfrm>
              <a:off x="3645089" y="2188289"/>
              <a:ext cx="38277" cy="57307"/>
            </a:xfrm>
            <a:custGeom>
              <a:avLst/>
              <a:gdLst/>
              <a:ahLst/>
              <a:cxnLst/>
              <a:rect l="l" t="t" r="r" b="b"/>
              <a:pathLst>
                <a:path w="352" h="527" extrusionOk="0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5"/>
            <p:cNvSpPr/>
            <p:nvPr/>
          </p:nvSpPr>
          <p:spPr>
            <a:xfrm>
              <a:off x="3645089" y="2275500"/>
              <a:ext cx="38277" cy="57307"/>
            </a:xfrm>
            <a:custGeom>
              <a:avLst/>
              <a:gdLst/>
              <a:ahLst/>
              <a:cxnLst/>
              <a:rect l="l" t="t" r="r" b="b"/>
              <a:pathLst>
                <a:path w="352" h="527" extrusionOk="0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5"/>
            <p:cNvSpPr/>
            <p:nvPr/>
          </p:nvSpPr>
          <p:spPr>
            <a:xfrm>
              <a:off x="3645089" y="2362711"/>
              <a:ext cx="38277" cy="57307"/>
            </a:xfrm>
            <a:custGeom>
              <a:avLst/>
              <a:gdLst/>
              <a:ahLst/>
              <a:cxnLst/>
              <a:rect l="l" t="t" r="r" b="b"/>
              <a:pathLst>
                <a:path w="352" h="527" extrusionOk="0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5"/>
            <p:cNvSpPr/>
            <p:nvPr/>
          </p:nvSpPr>
          <p:spPr>
            <a:xfrm>
              <a:off x="3645089" y="2449922"/>
              <a:ext cx="38277" cy="57307"/>
            </a:xfrm>
            <a:custGeom>
              <a:avLst/>
              <a:gdLst/>
              <a:ahLst/>
              <a:cxnLst/>
              <a:rect l="l" t="t" r="r" b="b"/>
              <a:pathLst>
                <a:path w="352" h="527" extrusionOk="0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5"/>
            <p:cNvSpPr/>
            <p:nvPr/>
          </p:nvSpPr>
          <p:spPr>
            <a:xfrm>
              <a:off x="3645089" y="2537133"/>
              <a:ext cx="38277" cy="57307"/>
            </a:xfrm>
            <a:custGeom>
              <a:avLst/>
              <a:gdLst/>
              <a:ahLst/>
              <a:cxnLst/>
              <a:rect l="l" t="t" r="r" b="b"/>
              <a:pathLst>
                <a:path w="352" h="527" extrusionOk="0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5"/>
            <p:cNvSpPr/>
            <p:nvPr/>
          </p:nvSpPr>
          <p:spPr>
            <a:xfrm>
              <a:off x="3645089" y="2621625"/>
              <a:ext cx="38277" cy="60026"/>
            </a:xfrm>
            <a:custGeom>
              <a:avLst/>
              <a:gdLst/>
              <a:ahLst/>
              <a:cxnLst/>
              <a:rect l="l" t="t" r="r" b="b"/>
              <a:pathLst>
                <a:path w="352" h="552" extrusionOk="0">
                  <a:moveTo>
                    <a:pt x="1" y="1"/>
                  </a:moveTo>
                  <a:lnTo>
                    <a:pt x="1" y="552"/>
                  </a:lnTo>
                  <a:lnTo>
                    <a:pt x="352" y="55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5"/>
            <p:cNvSpPr/>
            <p:nvPr/>
          </p:nvSpPr>
          <p:spPr>
            <a:xfrm>
              <a:off x="3119104" y="1866740"/>
              <a:ext cx="686926" cy="30013"/>
            </a:xfrm>
            <a:custGeom>
              <a:avLst/>
              <a:gdLst/>
              <a:ahLst/>
              <a:cxnLst/>
              <a:rect l="l" t="t" r="r" b="b"/>
              <a:pathLst>
                <a:path w="6317" h="276" extrusionOk="0">
                  <a:moveTo>
                    <a:pt x="1" y="0"/>
                  </a:moveTo>
                  <a:lnTo>
                    <a:pt x="1" y="276"/>
                  </a:lnTo>
                  <a:lnTo>
                    <a:pt x="6316" y="276"/>
                  </a:lnTo>
                  <a:lnTo>
                    <a:pt x="6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5"/>
            <p:cNvSpPr/>
            <p:nvPr/>
          </p:nvSpPr>
          <p:spPr>
            <a:xfrm>
              <a:off x="3129978" y="1962106"/>
              <a:ext cx="378968" cy="30013"/>
            </a:xfrm>
            <a:custGeom>
              <a:avLst/>
              <a:gdLst/>
              <a:ahLst/>
              <a:cxnLst/>
              <a:rect l="l" t="t" r="r" b="b"/>
              <a:pathLst>
                <a:path w="3485" h="276" extrusionOk="0">
                  <a:moveTo>
                    <a:pt x="1" y="0"/>
                  </a:moveTo>
                  <a:lnTo>
                    <a:pt x="1" y="276"/>
                  </a:lnTo>
                  <a:lnTo>
                    <a:pt x="3485" y="276"/>
                  </a:lnTo>
                  <a:lnTo>
                    <a:pt x="34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5"/>
            <p:cNvSpPr/>
            <p:nvPr/>
          </p:nvSpPr>
          <p:spPr>
            <a:xfrm>
              <a:off x="2331485" y="1674375"/>
              <a:ext cx="278055" cy="903759"/>
            </a:xfrm>
            <a:custGeom>
              <a:avLst/>
              <a:gdLst/>
              <a:ahLst/>
              <a:cxnLst/>
              <a:rect l="l" t="t" r="r" b="b"/>
              <a:pathLst>
                <a:path w="2557" h="8311" extrusionOk="0">
                  <a:moveTo>
                    <a:pt x="2218" y="1"/>
                  </a:moveTo>
                  <a:cubicBezTo>
                    <a:pt x="1906" y="1"/>
                    <a:pt x="1705" y="1468"/>
                    <a:pt x="1705" y="1468"/>
                  </a:cubicBezTo>
                  <a:cubicBezTo>
                    <a:pt x="1705" y="1468"/>
                    <a:pt x="1429" y="3899"/>
                    <a:pt x="1153" y="4651"/>
                  </a:cubicBezTo>
                  <a:cubicBezTo>
                    <a:pt x="953" y="5178"/>
                    <a:pt x="0" y="6581"/>
                    <a:pt x="0" y="6581"/>
                  </a:cubicBezTo>
                  <a:lnTo>
                    <a:pt x="978" y="8310"/>
                  </a:lnTo>
                  <a:cubicBezTo>
                    <a:pt x="978" y="8310"/>
                    <a:pt x="1930" y="6130"/>
                    <a:pt x="2106" y="5478"/>
                  </a:cubicBezTo>
                  <a:cubicBezTo>
                    <a:pt x="2557" y="3899"/>
                    <a:pt x="1980" y="2571"/>
                    <a:pt x="2181" y="1619"/>
                  </a:cubicBezTo>
                  <a:cubicBezTo>
                    <a:pt x="2281" y="1243"/>
                    <a:pt x="2457" y="215"/>
                    <a:pt x="2331" y="65"/>
                  </a:cubicBezTo>
                  <a:cubicBezTo>
                    <a:pt x="2292" y="20"/>
                    <a:pt x="2254" y="1"/>
                    <a:pt x="2218" y="1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5"/>
            <p:cNvSpPr/>
            <p:nvPr/>
          </p:nvSpPr>
          <p:spPr>
            <a:xfrm>
              <a:off x="1870854" y="2287788"/>
              <a:ext cx="659632" cy="1743142"/>
            </a:xfrm>
            <a:custGeom>
              <a:avLst/>
              <a:gdLst/>
              <a:ahLst/>
              <a:cxnLst/>
              <a:rect l="l" t="t" r="r" b="b"/>
              <a:pathLst>
                <a:path w="6066" h="16030" extrusionOk="0">
                  <a:moveTo>
                    <a:pt x="3668" y="1"/>
                  </a:moveTo>
                  <a:cubicBezTo>
                    <a:pt x="3107" y="1"/>
                    <a:pt x="2530" y="130"/>
                    <a:pt x="2206" y="263"/>
                  </a:cubicBezTo>
                  <a:cubicBezTo>
                    <a:pt x="1505" y="539"/>
                    <a:pt x="302" y="1015"/>
                    <a:pt x="1154" y="2519"/>
                  </a:cubicBezTo>
                  <a:cubicBezTo>
                    <a:pt x="1730" y="3547"/>
                    <a:pt x="1655" y="4324"/>
                    <a:pt x="1580" y="5502"/>
                  </a:cubicBezTo>
                  <a:lnTo>
                    <a:pt x="1580" y="5602"/>
                  </a:lnTo>
                  <a:cubicBezTo>
                    <a:pt x="1204" y="8960"/>
                    <a:pt x="1028" y="10163"/>
                    <a:pt x="728" y="11441"/>
                  </a:cubicBezTo>
                  <a:cubicBezTo>
                    <a:pt x="402" y="12895"/>
                    <a:pt x="1" y="16003"/>
                    <a:pt x="652" y="16028"/>
                  </a:cubicBezTo>
                  <a:cubicBezTo>
                    <a:pt x="685" y="16029"/>
                    <a:pt x="717" y="16030"/>
                    <a:pt x="748" y="16030"/>
                  </a:cubicBezTo>
                  <a:cubicBezTo>
                    <a:pt x="1316" y="16030"/>
                    <a:pt x="1635" y="15821"/>
                    <a:pt x="1279" y="15702"/>
                  </a:cubicBezTo>
                  <a:cubicBezTo>
                    <a:pt x="903" y="15602"/>
                    <a:pt x="903" y="15552"/>
                    <a:pt x="903" y="15426"/>
                  </a:cubicBezTo>
                  <a:cubicBezTo>
                    <a:pt x="1053" y="13923"/>
                    <a:pt x="3209" y="11592"/>
                    <a:pt x="3384" y="9787"/>
                  </a:cubicBezTo>
                  <a:cubicBezTo>
                    <a:pt x="3434" y="9186"/>
                    <a:pt x="3484" y="8634"/>
                    <a:pt x="3510" y="8133"/>
                  </a:cubicBezTo>
                  <a:cubicBezTo>
                    <a:pt x="3760" y="9462"/>
                    <a:pt x="3585" y="10840"/>
                    <a:pt x="3585" y="11291"/>
                  </a:cubicBezTo>
                  <a:cubicBezTo>
                    <a:pt x="3660" y="12945"/>
                    <a:pt x="3986" y="16028"/>
                    <a:pt x="4688" y="16028"/>
                  </a:cubicBezTo>
                  <a:cubicBezTo>
                    <a:pt x="5439" y="16028"/>
                    <a:pt x="5815" y="15802"/>
                    <a:pt x="5339" y="15702"/>
                  </a:cubicBezTo>
                  <a:cubicBezTo>
                    <a:pt x="4913" y="15602"/>
                    <a:pt x="4938" y="15577"/>
                    <a:pt x="4938" y="15452"/>
                  </a:cubicBezTo>
                  <a:cubicBezTo>
                    <a:pt x="5038" y="13822"/>
                    <a:pt x="5765" y="10765"/>
                    <a:pt x="5916" y="8810"/>
                  </a:cubicBezTo>
                  <a:cubicBezTo>
                    <a:pt x="6066" y="6529"/>
                    <a:pt x="5063" y="4875"/>
                    <a:pt x="5013" y="4775"/>
                  </a:cubicBezTo>
                  <a:cubicBezTo>
                    <a:pt x="4462" y="3271"/>
                    <a:pt x="5339" y="1817"/>
                    <a:pt x="5164" y="840"/>
                  </a:cubicBezTo>
                  <a:cubicBezTo>
                    <a:pt x="5039" y="201"/>
                    <a:pt x="4366" y="1"/>
                    <a:pt x="3668" y="1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5"/>
            <p:cNvSpPr/>
            <p:nvPr/>
          </p:nvSpPr>
          <p:spPr>
            <a:xfrm>
              <a:off x="1884555" y="2850527"/>
              <a:ext cx="643212" cy="1071331"/>
            </a:xfrm>
            <a:custGeom>
              <a:avLst/>
              <a:gdLst/>
              <a:ahLst/>
              <a:cxnLst/>
              <a:rect l="l" t="t" r="r" b="b"/>
              <a:pathLst>
                <a:path w="5915" h="9852" extrusionOk="0">
                  <a:moveTo>
                    <a:pt x="5088" y="1"/>
                  </a:moveTo>
                  <a:cubicBezTo>
                    <a:pt x="4387" y="523"/>
                    <a:pt x="3565" y="669"/>
                    <a:pt x="2850" y="669"/>
                  </a:cubicBezTo>
                  <a:cubicBezTo>
                    <a:pt x="2262" y="669"/>
                    <a:pt x="1746" y="570"/>
                    <a:pt x="1429" y="502"/>
                  </a:cubicBezTo>
                  <a:cubicBezTo>
                    <a:pt x="1228" y="2181"/>
                    <a:pt x="125" y="8547"/>
                    <a:pt x="0" y="9424"/>
                  </a:cubicBezTo>
                  <a:cubicBezTo>
                    <a:pt x="577" y="9625"/>
                    <a:pt x="752" y="9675"/>
                    <a:pt x="927" y="9675"/>
                  </a:cubicBezTo>
                  <a:cubicBezTo>
                    <a:pt x="3960" y="5214"/>
                    <a:pt x="3358" y="3459"/>
                    <a:pt x="3384" y="2958"/>
                  </a:cubicBezTo>
                  <a:lnTo>
                    <a:pt x="3384" y="2958"/>
                  </a:lnTo>
                  <a:cubicBezTo>
                    <a:pt x="3484" y="3535"/>
                    <a:pt x="3509" y="6843"/>
                    <a:pt x="3734" y="9675"/>
                  </a:cubicBezTo>
                  <a:cubicBezTo>
                    <a:pt x="3854" y="9750"/>
                    <a:pt x="4118" y="9852"/>
                    <a:pt x="4401" y="9852"/>
                  </a:cubicBezTo>
                  <a:cubicBezTo>
                    <a:pt x="4592" y="9852"/>
                    <a:pt x="4791" y="9806"/>
                    <a:pt x="4963" y="9675"/>
                  </a:cubicBezTo>
                  <a:cubicBezTo>
                    <a:pt x="4988" y="9500"/>
                    <a:pt x="5765" y="3785"/>
                    <a:pt x="5790" y="3635"/>
                  </a:cubicBezTo>
                  <a:cubicBezTo>
                    <a:pt x="5915" y="1956"/>
                    <a:pt x="5389" y="627"/>
                    <a:pt x="5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5"/>
            <p:cNvSpPr/>
            <p:nvPr/>
          </p:nvSpPr>
          <p:spPr>
            <a:xfrm>
              <a:off x="2028965" y="2280937"/>
              <a:ext cx="498802" cy="743472"/>
            </a:xfrm>
            <a:custGeom>
              <a:avLst/>
              <a:gdLst/>
              <a:ahLst/>
              <a:cxnLst/>
              <a:rect l="l" t="t" r="r" b="b"/>
              <a:pathLst>
                <a:path w="4587" h="6837" extrusionOk="0">
                  <a:moveTo>
                    <a:pt x="2281" y="1"/>
                  </a:moveTo>
                  <a:cubicBezTo>
                    <a:pt x="3484" y="1329"/>
                    <a:pt x="3158" y="1880"/>
                    <a:pt x="2782" y="1956"/>
                  </a:cubicBezTo>
                  <a:cubicBezTo>
                    <a:pt x="2692" y="1975"/>
                    <a:pt x="2604" y="1984"/>
                    <a:pt x="2518" y="1984"/>
                  </a:cubicBezTo>
                  <a:cubicBezTo>
                    <a:pt x="1362" y="1984"/>
                    <a:pt x="602" y="377"/>
                    <a:pt x="602" y="377"/>
                  </a:cubicBezTo>
                  <a:lnTo>
                    <a:pt x="276" y="502"/>
                  </a:lnTo>
                  <a:cubicBezTo>
                    <a:pt x="276" y="502"/>
                    <a:pt x="953" y="1053"/>
                    <a:pt x="1053" y="2231"/>
                  </a:cubicBezTo>
                  <a:cubicBezTo>
                    <a:pt x="1153" y="3635"/>
                    <a:pt x="101" y="3635"/>
                    <a:pt x="101" y="3635"/>
                  </a:cubicBezTo>
                  <a:cubicBezTo>
                    <a:pt x="251" y="4412"/>
                    <a:pt x="0" y="6642"/>
                    <a:pt x="0" y="6642"/>
                  </a:cubicBezTo>
                  <a:cubicBezTo>
                    <a:pt x="437" y="6775"/>
                    <a:pt x="931" y="6836"/>
                    <a:pt x="1494" y="6836"/>
                  </a:cubicBezTo>
                  <a:cubicBezTo>
                    <a:pt x="1674" y="6836"/>
                    <a:pt x="1861" y="6830"/>
                    <a:pt x="2056" y="6818"/>
                  </a:cubicBezTo>
                  <a:cubicBezTo>
                    <a:pt x="3835" y="6642"/>
                    <a:pt x="4236" y="6316"/>
                    <a:pt x="4236" y="6316"/>
                  </a:cubicBezTo>
                  <a:cubicBezTo>
                    <a:pt x="4236" y="6316"/>
                    <a:pt x="4587" y="5414"/>
                    <a:pt x="4236" y="3484"/>
                  </a:cubicBezTo>
                  <a:cubicBezTo>
                    <a:pt x="3860" y="1529"/>
                    <a:pt x="2707" y="101"/>
                    <a:pt x="2707" y="101"/>
                  </a:cubicBezTo>
                  <a:lnTo>
                    <a:pt x="22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5"/>
            <p:cNvSpPr/>
            <p:nvPr/>
          </p:nvSpPr>
          <p:spPr>
            <a:xfrm>
              <a:off x="2108564" y="2201882"/>
              <a:ext cx="184645" cy="181600"/>
            </a:xfrm>
            <a:custGeom>
              <a:avLst/>
              <a:gdLst/>
              <a:ahLst/>
              <a:cxnLst/>
              <a:rect l="l" t="t" r="r" b="b"/>
              <a:pathLst>
                <a:path w="1698" h="1670" extrusionOk="0">
                  <a:moveTo>
                    <a:pt x="196" y="1"/>
                  </a:moveTo>
                  <a:cubicBezTo>
                    <a:pt x="196" y="1"/>
                    <a:pt x="622" y="552"/>
                    <a:pt x="271" y="953"/>
                  </a:cubicBezTo>
                  <a:cubicBezTo>
                    <a:pt x="0" y="1282"/>
                    <a:pt x="1040" y="1670"/>
                    <a:pt x="1485" y="1670"/>
                  </a:cubicBezTo>
                  <a:cubicBezTo>
                    <a:pt x="1618" y="1670"/>
                    <a:pt x="1697" y="1635"/>
                    <a:pt x="1674" y="1555"/>
                  </a:cubicBezTo>
                  <a:cubicBezTo>
                    <a:pt x="1499" y="1129"/>
                    <a:pt x="1223" y="903"/>
                    <a:pt x="1324" y="327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5"/>
            <p:cNvSpPr/>
            <p:nvPr/>
          </p:nvSpPr>
          <p:spPr>
            <a:xfrm>
              <a:off x="2075289" y="2045946"/>
              <a:ext cx="264462" cy="263701"/>
            </a:xfrm>
            <a:custGeom>
              <a:avLst/>
              <a:gdLst/>
              <a:ahLst/>
              <a:cxnLst/>
              <a:rect l="l" t="t" r="r" b="b"/>
              <a:pathLst>
                <a:path w="2432" h="2425" extrusionOk="0">
                  <a:moveTo>
                    <a:pt x="858" y="0"/>
                  </a:moveTo>
                  <a:cubicBezTo>
                    <a:pt x="499" y="0"/>
                    <a:pt x="234" y="346"/>
                    <a:pt x="176" y="558"/>
                  </a:cubicBezTo>
                  <a:cubicBezTo>
                    <a:pt x="0" y="1159"/>
                    <a:pt x="351" y="1660"/>
                    <a:pt x="602" y="1886"/>
                  </a:cubicBezTo>
                  <a:cubicBezTo>
                    <a:pt x="993" y="2277"/>
                    <a:pt x="1459" y="2425"/>
                    <a:pt x="1771" y="2425"/>
                  </a:cubicBezTo>
                  <a:cubicBezTo>
                    <a:pt x="1939" y="2425"/>
                    <a:pt x="2062" y="2382"/>
                    <a:pt x="2106" y="2312"/>
                  </a:cubicBezTo>
                  <a:cubicBezTo>
                    <a:pt x="2432" y="1861"/>
                    <a:pt x="1680" y="382"/>
                    <a:pt x="1203" y="107"/>
                  </a:cubicBezTo>
                  <a:cubicBezTo>
                    <a:pt x="1082" y="31"/>
                    <a:pt x="966" y="0"/>
                    <a:pt x="858" y="0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5"/>
            <p:cNvSpPr/>
            <p:nvPr/>
          </p:nvSpPr>
          <p:spPr>
            <a:xfrm>
              <a:off x="2050713" y="2027678"/>
              <a:ext cx="218137" cy="247172"/>
            </a:xfrm>
            <a:custGeom>
              <a:avLst/>
              <a:gdLst/>
              <a:ahLst/>
              <a:cxnLst/>
              <a:rect l="l" t="t" r="r" b="b"/>
              <a:pathLst>
                <a:path w="2006" h="2273" extrusionOk="0">
                  <a:moveTo>
                    <a:pt x="1139" y="1"/>
                  </a:moveTo>
                  <a:cubicBezTo>
                    <a:pt x="704" y="1"/>
                    <a:pt x="260" y="305"/>
                    <a:pt x="151" y="801"/>
                  </a:cubicBezTo>
                  <a:cubicBezTo>
                    <a:pt x="1" y="1503"/>
                    <a:pt x="352" y="1828"/>
                    <a:pt x="402" y="1904"/>
                  </a:cubicBezTo>
                  <a:cubicBezTo>
                    <a:pt x="591" y="2122"/>
                    <a:pt x="864" y="2272"/>
                    <a:pt x="992" y="2272"/>
                  </a:cubicBezTo>
                  <a:cubicBezTo>
                    <a:pt x="1084" y="2272"/>
                    <a:pt x="1101" y="2193"/>
                    <a:pt x="953" y="2004"/>
                  </a:cubicBezTo>
                  <a:cubicBezTo>
                    <a:pt x="627" y="1553"/>
                    <a:pt x="1079" y="1553"/>
                    <a:pt x="803" y="1177"/>
                  </a:cubicBezTo>
                  <a:cubicBezTo>
                    <a:pt x="703" y="1026"/>
                    <a:pt x="828" y="1051"/>
                    <a:pt x="1404" y="826"/>
                  </a:cubicBezTo>
                  <a:cubicBezTo>
                    <a:pt x="1981" y="600"/>
                    <a:pt x="2006" y="550"/>
                    <a:pt x="1856" y="375"/>
                  </a:cubicBezTo>
                  <a:cubicBezTo>
                    <a:pt x="1674" y="117"/>
                    <a:pt x="1408" y="1"/>
                    <a:pt x="1139" y="1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5"/>
            <p:cNvSpPr/>
            <p:nvPr/>
          </p:nvSpPr>
          <p:spPr>
            <a:xfrm>
              <a:off x="2230681" y="2222978"/>
              <a:ext cx="73401" cy="61548"/>
            </a:xfrm>
            <a:custGeom>
              <a:avLst/>
              <a:gdLst/>
              <a:ahLst/>
              <a:cxnLst/>
              <a:rect l="l" t="t" r="r" b="b"/>
              <a:pathLst>
                <a:path w="675" h="566" extrusionOk="0">
                  <a:moveTo>
                    <a:pt x="501" y="1"/>
                  </a:moveTo>
                  <a:cubicBezTo>
                    <a:pt x="486" y="1"/>
                    <a:pt x="469" y="3"/>
                    <a:pt x="451" y="7"/>
                  </a:cubicBezTo>
                  <a:cubicBezTo>
                    <a:pt x="251" y="57"/>
                    <a:pt x="175" y="333"/>
                    <a:pt x="175" y="333"/>
                  </a:cubicBezTo>
                  <a:cubicBezTo>
                    <a:pt x="150" y="433"/>
                    <a:pt x="0" y="509"/>
                    <a:pt x="175" y="559"/>
                  </a:cubicBezTo>
                  <a:cubicBezTo>
                    <a:pt x="193" y="564"/>
                    <a:pt x="211" y="566"/>
                    <a:pt x="230" y="566"/>
                  </a:cubicBezTo>
                  <a:cubicBezTo>
                    <a:pt x="402" y="566"/>
                    <a:pt x="629" y="373"/>
                    <a:pt x="652" y="283"/>
                  </a:cubicBezTo>
                  <a:cubicBezTo>
                    <a:pt x="675" y="215"/>
                    <a:pt x="656" y="1"/>
                    <a:pt x="501" y="1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5"/>
            <p:cNvSpPr/>
            <p:nvPr/>
          </p:nvSpPr>
          <p:spPr>
            <a:xfrm>
              <a:off x="2335400" y="3989815"/>
              <a:ext cx="170617" cy="45998"/>
            </a:xfrm>
            <a:custGeom>
              <a:avLst/>
              <a:gdLst/>
              <a:ahLst/>
              <a:cxnLst/>
              <a:rect l="l" t="t" r="r" b="b"/>
              <a:pathLst>
                <a:path w="1569" h="423" extrusionOk="0">
                  <a:moveTo>
                    <a:pt x="942" y="0"/>
                  </a:moveTo>
                  <a:cubicBezTo>
                    <a:pt x="825" y="84"/>
                    <a:pt x="683" y="111"/>
                    <a:pt x="545" y="111"/>
                  </a:cubicBezTo>
                  <a:cubicBezTo>
                    <a:pt x="271" y="111"/>
                    <a:pt x="15" y="0"/>
                    <a:pt x="15" y="0"/>
                  </a:cubicBezTo>
                  <a:lnTo>
                    <a:pt x="15" y="0"/>
                  </a:lnTo>
                  <a:cubicBezTo>
                    <a:pt x="1" y="318"/>
                    <a:pt x="232" y="423"/>
                    <a:pt x="509" y="423"/>
                  </a:cubicBezTo>
                  <a:cubicBezTo>
                    <a:pt x="733" y="423"/>
                    <a:pt x="988" y="354"/>
                    <a:pt x="1167" y="276"/>
                  </a:cubicBezTo>
                  <a:cubicBezTo>
                    <a:pt x="1568" y="100"/>
                    <a:pt x="942" y="0"/>
                    <a:pt x="9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5"/>
            <p:cNvSpPr/>
            <p:nvPr/>
          </p:nvSpPr>
          <p:spPr>
            <a:xfrm>
              <a:off x="1910218" y="3995252"/>
              <a:ext cx="167898" cy="45998"/>
            </a:xfrm>
            <a:custGeom>
              <a:avLst/>
              <a:gdLst/>
              <a:ahLst/>
              <a:cxnLst/>
              <a:rect l="l" t="t" r="r" b="b"/>
              <a:pathLst>
                <a:path w="1544" h="423" extrusionOk="0">
                  <a:moveTo>
                    <a:pt x="917" y="0"/>
                  </a:moveTo>
                  <a:cubicBezTo>
                    <a:pt x="800" y="84"/>
                    <a:pt x="661" y="112"/>
                    <a:pt x="527" y="112"/>
                  </a:cubicBezTo>
                  <a:cubicBezTo>
                    <a:pt x="260" y="112"/>
                    <a:pt x="15" y="0"/>
                    <a:pt x="15" y="0"/>
                  </a:cubicBezTo>
                  <a:lnTo>
                    <a:pt x="15" y="0"/>
                  </a:lnTo>
                  <a:cubicBezTo>
                    <a:pt x="1" y="319"/>
                    <a:pt x="224" y="423"/>
                    <a:pt x="494" y="423"/>
                  </a:cubicBezTo>
                  <a:cubicBezTo>
                    <a:pt x="713" y="423"/>
                    <a:pt x="963" y="354"/>
                    <a:pt x="1143" y="276"/>
                  </a:cubicBezTo>
                  <a:cubicBezTo>
                    <a:pt x="1544" y="100"/>
                    <a:pt x="917" y="0"/>
                    <a:pt x="9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5"/>
            <p:cNvSpPr/>
            <p:nvPr/>
          </p:nvSpPr>
          <p:spPr>
            <a:xfrm>
              <a:off x="1584753" y="1827049"/>
              <a:ext cx="504239" cy="791972"/>
            </a:xfrm>
            <a:custGeom>
              <a:avLst/>
              <a:gdLst/>
              <a:ahLst/>
              <a:cxnLst/>
              <a:rect l="l" t="t" r="r" b="b"/>
              <a:pathLst>
                <a:path w="4637" h="7283" extrusionOk="0">
                  <a:moveTo>
                    <a:pt x="177" y="1"/>
                  </a:moveTo>
                  <a:cubicBezTo>
                    <a:pt x="123" y="1"/>
                    <a:pt x="79" y="35"/>
                    <a:pt x="50" y="114"/>
                  </a:cubicBezTo>
                  <a:cubicBezTo>
                    <a:pt x="0" y="290"/>
                    <a:pt x="552" y="1192"/>
                    <a:pt x="752" y="1493"/>
                  </a:cubicBezTo>
                  <a:cubicBezTo>
                    <a:pt x="1278" y="2320"/>
                    <a:pt x="1328" y="4024"/>
                    <a:pt x="2256" y="5052"/>
                  </a:cubicBezTo>
                  <a:cubicBezTo>
                    <a:pt x="2707" y="5553"/>
                    <a:pt x="4336" y="7282"/>
                    <a:pt x="4336" y="7282"/>
                  </a:cubicBezTo>
                  <a:lnTo>
                    <a:pt x="4637" y="5328"/>
                  </a:lnTo>
                  <a:cubicBezTo>
                    <a:pt x="4637" y="5328"/>
                    <a:pt x="3208" y="4350"/>
                    <a:pt x="2832" y="3949"/>
                  </a:cubicBezTo>
                  <a:cubicBezTo>
                    <a:pt x="2281" y="3348"/>
                    <a:pt x="1153" y="1192"/>
                    <a:pt x="1153" y="1192"/>
                  </a:cubicBezTo>
                  <a:cubicBezTo>
                    <a:pt x="1153" y="1192"/>
                    <a:pt x="493" y="1"/>
                    <a:pt x="177" y="1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5"/>
            <p:cNvSpPr/>
            <p:nvPr/>
          </p:nvSpPr>
          <p:spPr>
            <a:xfrm>
              <a:off x="2587681" y="1962106"/>
              <a:ext cx="316223" cy="294475"/>
            </a:xfrm>
            <a:custGeom>
              <a:avLst/>
              <a:gdLst/>
              <a:ahLst/>
              <a:cxnLst/>
              <a:rect l="l" t="t" r="r" b="b"/>
              <a:pathLst>
                <a:path w="2908" h="2708" extrusionOk="0">
                  <a:moveTo>
                    <a:pt x="2807" y="0"/>
                  </a:moveTo>
                  <a:lnTo>
                    <a:pt x="2807" y="0"/>
                  </a:lnTo>
                  <a:cubicBezTo>
                    <a:pt x="2005" y="247"/>
                    <a:pt x="1374" y="295"/>
                    <a:pt x="1007" y="295"/>
                  </a:cubicBezTo>
                  <a:cubicBezTo>
                    <a:pt x="778" y="295"/>
                    <a:pt x="652" y="276"/>
                    <a:pt x="652" y="276"/>
                  </a:cubicBezTo>
                  <a:lnTo>
                    <a:pt x="652" y="276"/>
                  </a:lnTo>
                  <a:cubicBezTo>
                    <a:pt x="827" y="1354"/>
                    <a:pt x="0" y="2707"/>
                    <a:pt x="0" y="2707"/>
                  </a:cubicBezTo>
                  <a:cubicBezTo>
                    <a:pt x="351" y="2206"/>
                    <a:pt x="2908" y="1880"/>
                    <a:pt x="2908" y="1880"/>
                  </a:cubicBezTo>
                  <a:cubicBezTo>
                    <a:pt x="2456" y="1153"/>
                    <a:pt x="2807" y="0"/>
                    <a:pt x="28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5"/>
            <p:cNvSpPr/>
            <p:nvPr/>
          </p:nvSpPr>
          <p:spPr>
            <a:xfrm>
              <a:off x="1524728" y="2528977"/>
              <a:ext cx="313505" cy="297193"/>
            </a:xfrm>
            <a:custGeom>
              <a:avLst/>
              <a:gdLst/>
              <a:ahLst/>
              <a:cxnLst/>
              <a:rect l="l" t="t" r="r" b="b"/>
              <a:pathLst>
                <a:path w="2883" h="2733" extrusionOk="0">
                  <a:moveTo>
                    <a:pt x="2783" y="0"/>
                  </a:moveTo>
                  <a:lnTo>
                    <a:pt x="2783" y="0"/>
                  </a:lnTo>
                  <a:cubicBezTo>
                    <a:pt x="1981" y="247"/>
                    <a:pt x="1359" y="295"/>
                    <a:pt x="1000" y="295"/>
                  </a:cubicBezTo>
                  <a:cubicBezTo>
                    <a:pt x="775" y="295"/>
                    <a:pt x="652" y="276"/>
                    <a:pt x="652" y="276"/>
                  </a:cubicBezTo>
                  <a:lnTo>
                    <a:pt x="652" y="276"/>
                  </a:lnTo>
                  <a:cubicBezTo>
                    <a:pt x="803" y="1379"/>
                    <a:pt x="1" y="2732"/>
                    <a:pt x="1" y="2732"/>
                  </a:cubicBezTo>
                  <a:cubicBezTo>
                    <a:pt x="327" y="2206"/>
                    <a:pt x="2883" y="1880"/>
                    <a:pt x="2883" y="1880"/>
                  </a:cubicBezTo>
                  <a:cubicBezTo>
                    <a:pt x="2432" y="1178"/>
                    <a:pt x="2783" y="0"/>
                    <a:pt x="27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5"/>
            <p:cNvSpPr/>
            <p:nvPr/>
          </p:nvSpPr>
          <p:spPr>
            <a:xfrm>
              <a:off x="2658473" y="1534207"/>
              <a:ext cx="215419" cy="201826"/>
            </a:xfrm>
            <a:custGeom>
              <a:avLst/>
              <a:gdLst/>
              <a:ahLst/>
              <a:cxnLst/>
              <a:rect l="l" t="t" r="r" b="b"/>
              <a:pathLst>
                <a:path w="1981" h="1856" extrusionOk="0">
                  <a:moveTo>
                    <a:pt x="1906" y="0"/>
                  </a:moveTo>
                  <a:lnTo>
                    <a:pt x="1906" y="0"/>
                  </a:lnTo>
                  <a:cubicBezTo>
                    <a:pt x="1398" y="160"/>
                    <a:pt x="991" y="194"/>
                    <a:pt x="738" y="194"/>
                  </a:cubicBezTo>
                  <a:cubicBezTo>
                    <a:pt x="554" y="194"/>
                    <a:pt x="452" y="176"/>
                    <a:pt x="452" y="176"/>
                  </a:cubicBezTo>
                  <a:lnTo>
                    <a:pt x="452" y="176"/>
                  </a:lnTo>
                  <a:cubicBezTo>
                    <a:pt x="552" y="928"/>
                    <a:pt x="1" y="1855"/>
                    <a:pt x="1" y="1855"/>
                  </a:cubicBezTo>
                  <a:cubicBezTo>
                    <a:pt x="226" y="1504"/>
                    <a:pt x="1981" y="1304"/>
                    <a:pt x="1981" y="1304"/>
                  </a:cubicBezTo>
                  <a:cubicBezTo>
                    <a:pt x="1680" y="802"/>
                    <a:pt x="1906" y="1"/>
                    <a:pt x="19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5"/>
            <p:cNvSpPr/>
            <p:nvPr/>
          </p:nvSpPr>
          <p:spPr>
            <a:xfrm>
              <a:off x="1407612" y="1610544"/>
              <a:ext cx="365266" cy="278055"/>
            </a:xfrm>
            <a:custGeom>
              <a:avLst/>
              <a:gdLst/>
              <a:ahLst/>
              <a:cxnLst/>
              <a:rect l="l" t="t" r="r" b="b"/>
              <a:pathLst>
                <a:path w="3359" h="2557" extrusionOk="0">
                  <a:moveTo>
                    <a:pt x="1704" y="0"/>
                  </a:moveTo>
                  <a:cubicBezTo>
                    <a:pt x="1178" y="652"/>
                    <a:pt x="0" y="702"/>
                    <a:pt x="0" y="702"/>
                  </a:cubicBezTo>
                  <a:cubicBezTo>
                    <a:pt x="777" y="1755"/>
                    <a:pt x="927" y="2557"/>
                    <a:pt x="927" y="2557"/>
                  </a:cubicBezTo>
                  <a:cubicBezTo>
                    <a:pt x="1341" y="2339"/>
                    <a:pt x="1855" y="2277"/>
                    <a:pt x="2303" y="2277"/>
                  </a:cubicBezTo>
                  <a:cubicBezTo>
                    <a:pt x="2886" y="2277"/>
                    <a:pt x="3359" y="2381"/>
                    <a:pt x="3359" y="2381"/>
                  </a:cubicBezTo>
                  <a:cubicBezTo>
                    <a:pt x="2782" y="2256"/>
                    <a:pt x="1704" y="0"/>
                    <a:pt x="17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5"/>
            <p:cNvSpPr/>
            <p:nvPr/>
          </p:nvSpPr>
          <p:spPr>
            <a:xfrm>
              <a:off x="1936316" y="1460589"/>
              <a:ext cx="152674" cy="218137"/>
            </a:xfrm>
            <a:custGeom>
              <a:avLst/>
              <a:gdLst/>
              <a:ahLst/>
              <a:cxnLst/>
              <a:rect l="l" t="t" r="r" b="b"/>
              <a:pathLst>
                <a:path w="1404" h="2006" extrusionOk="0">
                  <a:moveTo>
                    <a:pt x="0" y="1"/>
                  </a:moveTo>
                  <a:lnTo>
                    <a:pt x="0" y="1479"/>
                  </a:lnTo>
                  <a:lnTo>
                    <a:pt x="1379" y="2006"/>
                  </a:lnTo>
                  <a:lnTo>
                    <a:pt x="1404" y="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5"/>
            <p:cNvSpPr/>
            <p:nvPr/>
          </p:nvSpPr>
          <p:spPr>
            <a:xfrm>
              <a:off x="2260585" y="1716785"/>
              <a:ext cx="152783" cy="220856"/>
            </a:xfrm>
            <a:custGeom>
              <a:avLst/>
              <a:gdLst/>
              <a:ahLst/>
              <a:cxnLst/>
              <a:rect l="l" t="t" r="r" b="b"/>
              <a:pathLst>
                <a:path w="1405" h="2031" extrusionOk="0">
                  <a:moveTo>
                    <a:pt x="26" y="1"/>
                  </a:moveTo>
                  <a:lnTo>
                    <a:pt x="1" y="1479"/>
                  </a:lnTo>
                  <a:lnTo>
                    <a:pt x="1379" y="2031"/>
                  </a:lnTo>
                  <a:lnTo>
                    <a:pt x="1404" y="76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59"/>
          <p:cNvSpPr txBox="1">
            <a:spLocks noGrp="1"/>
          </p:cNvSpPr>
          <p:nvPr>
            <p:ph type="title"/>
          </p:nvPr>
        </p:nvSpPr>
        <p:spPr>
          <a:xfrm>
            <a:off x="453300" y="3601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1. Total Payroll by Work Location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65BC02-0EEE-A20E-6344-508D879EF9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53"/>
          <a:stretch>
            <a:fillRect/>
          </a:stretch>
        </p:blipFill>
        <p:spPr>
          <a:xfrm>
            <a:off x="981293" y="1181100"/>
            <a:ext cx="7021584" cy="34442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6">
          <a:extLst>
            <a:ext uri="{FF2B5EF4-FFF2-40B4-BE49-F238E27FC236}">
              <a16:creationId xmlns:a16="http://schemas.microsoft.com/office/drawing/2014/main" id="{CDFE22B0-87D5-0838-4F80-F3D44937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59">
            <a:extLst>
              <a:ext uri="{FF2B5EF4-FFF2-40B4-BE49-F238E27FC236}">
                <a16:creationId xmlns:a16="http://schemas.microsoft.com/office/drawing/2014/main" id="{A9E49F06-1C61-E1C8-7F2C-D491D0170C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4740" y="30452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2. </a:t>
            </a:r>
            <a:r>
              <a:rPr lang="en-GB" dirty="0"/>
              <a:t>Payroll growth across fiscal years</a:t>
            </a:r>
            <a:br>
              <a:rPr lang="en-GB" b="0" dirty="0"/>
            </a:br>
            <a:br>
              <a:rPr lang="en-GB" dirty="0"/>
            </a:b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F7D48B-E91C-FDB2-D423-E42F3D6540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43"/>
          <a:stretch>
            <a:fillRect/>
          </a:stretch>
        </p:blipFill>
        <p:spPr>
          <a:xfrm>
            <a:off x="1105648" y="1097280"/>
            <a:ext cx="5958092" cy="374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450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6">
          <a:extLst>
            <a:ext uri="{FF2B5EF4-FFF2-40B4-BE49-F238E27FC236}">
              <a16:creationId xmlns:a16="http://schemas.microsoft.com/office/drawing/2014/main" id="{A50E9805-B5BD-7C9B-9D84-3AA00FF06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59">
            <a:extLst>
              <a:ext uri="{FF2B5EF4-FFF2-40B4-BE49-F238E27FC236}">
                <a16:creationId xmlns:a16="http://schemas.microsoft.com/office/drawing/2014/main" id="{EFB20F10-E586-05B4-2A20-AA0F030A96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560" y="2621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3. </a:t>
            </a:r>
            <a:r>
              <a:rPr lang="en-GB" dirty="0"/>
              <a:t>Highest payroll spending agency</a:t>
            </a:r>
            <a:br>
              <a:rPr lang="en-GB" b="0" dirty="0"/>
            </a:br>
            <a:br>
              <a:rPr lang="en-GB" dirty="0"/>
            </a:b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07BBC-4F9B-C3BF-78C5-7C70EF3069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85"/>
          <a:stretch>
            <a:fillRect/>
          </a:stretch>
        </p:blipFill>
        <p:spPr>
          <a:xfrm>
            <a:off x="1173371" y="1028699"/>
            <a:ext cx="6797258" cy="363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3908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6">
          <a:extLst>
            <a:ext uri="{FF2B5EF4-FFF2-40B4-BE49-F238E27FC236}">
              <a16:creationId xmlns:a16="http://schemas.microsoft.com/office/drawing/2014/main" id="{F66AD2F6-5D8B-8069-39BD-ABB684D76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59">
            <a:extLst>
              <a:ext uri="{FF2B5EF4-FFF2-40B4-BE49-F238E27FC236}">
                <a16:creationId xmlns:a16="http://schemas.microsoft.com/office/drawing/2014/main" id="{2D6A253E-BD4D-0188-BC21-FEAE29B587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459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4. Total Overtime Pay by Titles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5ADD48-0B9D-D435-BB3A-306E2F9D8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26" y="1104900"/>
            <a:ext cx="8442068" cy="336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8876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6">
          <a:extLst>
            <a:ext uri="{FF2B5EF4-FFF2-40B4-BE49-F238E27FC236}">
              <a16:creationId xmlns:a16="http://schemas.microsoft.com/office/drawing/2014/main" id="{E89E0523-82E7-C8C4-F7DE-BC70DF128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p59">
            <a:extLst>
              <a:ext uri="{FF2B5EF4-FFF2-40B4-BE49-F238E27FC236}">
                <a16:creationId xmlns:a16="http://schemas.microsoft.com/office/drawing/2014/main" id="{C37C4A19-9A8D-799E-A68E-C72FA88A00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459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5. Workforce Growth over the Years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D6D289-D7A8-42B6-21D9-E35731C33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00" y="1191338"/>
            <a:ext cx="8507100" cy="276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2088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p65"/>
          <p:cNvSpPr txBox="1">
            <a:spLocks noGrp="1"/>
          </p:cNvSpPr>
          <p:nvPr>
            <p:ph type="title"/>
          </p:nvPr>
        </p:nvSpPr>
        <p:spPr>
          <a:xfrm>
            <a:off x="4061313" y="7051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2662" name="Google Shape;2662;p65"/>
          <p:cNvSpPr txBox="1">
            <a:spLocks noGrp="1"/>
          </p:cNvSpPr>
          <p:nvPr>
            <p:ph type="subTitle" idx="1"/>
          </p:nvPr>
        </p:nvSpPr>
        <p:spPr>
          <a:xfrm>
            <a:off x="3982625" y="17638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Do you have any questions?</a:t>
            </a:r>
            <a:endParaRPr b="1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676" name="Google Shape;2676;p65"/>
          <p:cNvGrpSpPr/>
          <p:nvPr/>
        </p:nvGrpSpPr>
        <p:grpSpPr>
          <a:xfrm>
            <a:off x="359397" y="1268746"/>
            <a:ext cx="3521886" cy="2606005"/>
            <a:chOff x="615700" y="2804250"/>
            <a:chExt cx="2219349" cy="1642199"/>
          </a:xfrm>
        </p:grpSpPr>
        <p:sp>
          <p:nvSpPr>
            <p:cNvPr id="2677" name="Google Shape;2677;p65"/>
            <p:cNvSpPr/>
            <p:nvPr/>
          </p:nvSpPr>
          <p:spPr>
            <a:xfrm>
              <a:off x="1624829" y="4053320"/>
              <a:ext cx="49057" cy="38721"/>
            </a:xfrm>
            <a:custGeom>
              <a:avLst/>
              <a:gdLst/>
              <a:ahLst/>
              <a:cxnLst/>
              <a:rect l="l" t="t" r="r" b="b"/>
              <a:pathLst>
                <a:path w="954" h="753" extrusionOk="0">
                  <a:moveTo>
                    <a:pt x="201" y="1"/>
                  </a:moveTo>
                  <a:lnTo>
                    <a:pt x="1" y="302"/>
                  </a:lnTo>
                  <a:cubicBezTo>
                    <a:pt x="1" y="302"/>
                    <a:pt x="51" y="352"/>
                    <a:pt x="126" y="377"/>
                  </a:cubicBezTo>
                  <a:cubicBezTo>
                    <a:pt x="201" y="427"/>
                    <a:pt x="302" y="477"/>
                    <a:pt x="402" y="552"/>
                  </a:cubicBezTo>
                  <a:cubicBezTo>
                    <a:pt x="502" y="602"/>
                    <a:pt x="602" y="652"/>
                    <a:pt x="678" y="703"/>
                  </a:cubicBezTo>
                  <a:cubicBezTo>
                    <a:pt x="778" y="728"/>
                    <a:pt x="828" y="753"/>
                    <a:pt x="828" y="753"/>
                  </a:cubicBezTo>
                  <a:lnTo>
                    <a:pt x="953" y="427"/>
                  </a:lnTo>
                  <a:cubicBezTo>
                    <a:pt x="953" y="427"/>
                    <a:pt x="928" y="402"/>
                    <a:pt x="853" y="377"/>
                  </a:cubicBezTo>
                  <a:cubicBezTo>
                    <a:pt x="778" y="327"/>
                    <a:pt x="678" y="277"/>
                    <a:pt x="577" y="226"/>
                  </a:cubicBezTo>
                  <a:cubicBezTo>
                    <a:pt x="477" y="176"/>
                    <a:pt x="402" y="126"/>
                    <a:pt x="327" y="76"/>
                  </a:cubicBezTo>
                  <a:cubicBezTo>
                    <a:pt x="252" y="26"/>
                    <a:pt x="201" y="1"/>
                    <a:pt x="201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65"/>
            <p:cNvSpPr/>
            <p:nvPr/>
          </p:nvSpPr>
          <p:spPr>
            <a:xfrm>
              <a:off x="1569447" y="4012078"/>
              <a:ext cx="47720" cy="43863"/>
            </a:xfrm>
            <a:custGeom>
              <a:avLst/>
              <a:gdLst/>
              <a:ahLst/>
              <a:cxnLst/>
              <a:rect l="l" t="t" r="r" b="b"/>
              <a:pathLst>
                <a:path w="928" h="853" extrusionOk="0">
                  <a:moveTo>
                    <a:pt x="251" y="1"/>
                  </a:moveTo>
                  <a:lnTo>
                    <a:pt x="0" y="276"/>
                  </a:lnTo>
                  <a:cubicBezTo>
                    <a:pt x="0" y="276"/>
                    <a:pt x="25" y="327"/>
                    <a:pt x="100" y="377"/>
                  </a:cubicBezTo>
                  <a:cubicBezTo>
                    <a:pt x="176" y="427"/>
                    <a:pt x="251" y="502"/>
                    <a:pt x="351" y="577"/>
                  </a:cubicBezTo>
                  <a:cubicBezTo>
                    <a:pt x="451" y="652"/>
                    <a:pt x="527" y="728"/>
                    <a:pt x="602" y="778"/>
                  </a:cubicBezTo>
                  <a:cubicBezTo>
                    <a:pt x="652" y="828"/>
                    <a:pt x="702" y="853"/>
                    <a:pt x="702" y="853"/>
                  </a:cubicBezTo>
                  <a:lnTo>
                    <a:pt x="928" y="552"/>
                  </a:lnTo>
                  <a:cubicBezTo>
                    <a:pt x="928" y="552"/>
                    <a:pt x="877" y="527"/>
                    <a:pt x="827" y="477"/>
                  </a:cubicBezTo>
                  <a:cubicBezTo>
                    <a:pt x="752" y="427"/>
                    <a:pt x="677" y="352"/>
                    <a:pt x="577" y="276"/>
                  </a:cubicBezTo>
                  <a:cubicBezTo>
                    <a:pt x="501" y="226"/>
                    <a:pt x="401" y="151"/>
                    <a:pt x="351" y="101"/>
                  </a:cubicBezTo>
                  <a:cubicBezTo>
                    <a:pt x="276" y="51"/>
                    <a:pt x="251" y="1"/>
                    <a:pt x="251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65"/>
            <p:cNvSpPr/>
            <p:nvPr/>
          </p:nvSpPr>
          <p:spPr>
            <a:xfrm>
              <a:off x="1520440" y="3964409"/>
              <a:ext cx="45200" cy="46435"/>
            </a:xfrm>
            <a:custGeom>
              <a:avLst/>
              <a:gdLst/>
              <a:ahLst/>
              <a:cxnLst/>
              <a:rect l="l" t="t" r="r" b="b"/>
              <a:pathLst>
                <a:path w="879" h="903" extrusionOk="0">
                  <a:moveTo>
                    <a:pt x="277" y="0"/>
                  </a:moveTo>
                  <a:lnTo>
                    <a:pt x="1" y="226"/>
                  </a:lnTo>
                  <a:cubicBezTo>
                    <a:pt x="1" y="226"/>
                    <a:pt x="151" y="401"/>
                    <a:pt x="302" y="577"/>
                  </a:cubicBezTo>
                  <a:cubicBezTo>
                    <a:pt x="452" y="752"/>
                    <a:pt x="627" y="903"/>
                    <a:pt x="627" y="903"/>
                  </a:cubicBezTo>
                  <a:lnTo>
                    <a:pt x="878" y="627"/>
                  </a:lnTo>
                  <a:cubicBezTo>
                    <a:pt x="878" y="627"/>
                    <a:pt x="728" y="477"/>
                    <a:pt x="577" y="326"/>
                  </a:cubicBezTo>
                  <a:cubicBezTo>
                    <a:pt x="427" y="151"/>
                    <a:pt x="277" y="0"/>
                    <a:pt x="277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65"/>
            <p:cNvSpPr/>
            <p:nvPr/>
          </p:nvSpPr>
          <p:spPr>
            <a:xfrm>
              <a:off x="1477913" y="3910260"/>
              <a:ext cx="42578" cy="49057"/>
            </a:xfrm>
            <a:custGeom>
              <a:avLst/>
              <a:gdLst/>
              <a:ahLst/>
              <a:cxnLst/>
              <a:rect l="l" t="t" r="r" b="b"/>
              <a:pathLst>
                <a:path w="828" h="954" extrusionOk="0">
                  <a:moveTo>
                    <a:pt x="302" y="1"/>
                  </a:moveTo>
                  <a:lnTo>
                    <a:pt x="1" y="201"/>
                  </a:lnTo>
                  <a:cubicBezTo>
                    <a:pt x="1" y="201"/>
                    <a:pt x="126" y="402"/>
                    <a:pt x="251" y="577"/>
                  </a:cubicBezTo>
                  <a:cubicBezTo>
                    <a:pt x="327" y="678"/>
                    <a:pt x="402" y="753"/>
                    <a:pt x="452" y="828"/>
                  </a:cubicBezTo>
                  <a:cubicBezTo>
                    <a:pt x="502" y="903"/>
                    <a:pt x="527" y="953"/>
                    <a:pt x="527" y="953"/>
                  </a:cubicBezTo>
                  <a:lnTo>
                    <a:pt x="828" y="728"/>
                  </a:lnTo>
                  <a:cubicBezTo>
                    <a:pt x="828" y="728"/>
                    <a:pt x="778" y="678"/>
                    <a:pt x="728" y="602"/>
                  </a:cubicBezTo>
                  <a:cubicBezTo>
                    <a:pt x="677" y="552"/>
                    <a:pt x="627" y="452"/>
                    <a:pt x="552" y="352"/>
                  </a:cubicBezTo>
                  <a:cubicBezTo>
                    <a:pt x="427" y="176"/>
                    <a:pt x="302" y="1"/>
                    <a:pt x="302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65"/>
            <p:cNvSpPr/>
            <p:nvPr/>
          </p:nvSpPr>
          <p:spPr>
            <a:xfrm>
              <a:off x="1441866" y="3852306"/>
              <a:ext cx="38670" cy="49006"/>
            </a:xfrm>
            <a:custGeom>
              <a:avLst/>
              <a:gdLst/>
              <a:ahLst/>
              <a:cxnLst/>
              <a:rect l="l" t="t" r="r" b="b"/>
              <a:pathLst>
                <a:path w="752" h="953" extrusionOk="0">
                  <a:moveTo>
                    <a:pt x="326" y="0"/>
                  </a:moveTo>
                  <a:lnTo>
                    <a:pt x="0" y="150"/>
                  </a:lnTo>
                  <a:cubicBezTo>
                    <a:pt x="0" y="150"/>
                    <a:pt x="100" y="351"/>
                    <a:pt x="226" y="576"/>
                  </a:cubicBezTo>
                  <a:cubicBezTo>
                    <a:pt x="326" y="777"/>
                    <a:pt x="451" y="952"/>
                    <a:pt x="451" y="952"/>
                  </a:cubicBezTo>
                  <a:lnTo>
                    <a:pt x="752" y="777"/>
                  </a:lnTo>
                  <a:cubicBezTo>
                    <a:pt x="752" y="777"/>
                    <a:pt x="652" y="576"/>
                    <a:pt x="526" y="376"/>
                  </a:cubicBezTo>
                  <a:cubicBezTo>
                    <a:pt x="426" y="201"/>
                    <a:pt x="326" y="0"/>
                    <a:pt x="326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65"/>
            <p:cNvSpPr/>
            <p:nvPr/>
          </p:nvSpPr>
          <p:spPr>
            <a:xfrm>
              <a:off x="1413480" y="3790444"/>
              <a:ext cx="34864" cy="49006"/>
            </a:xfrm>
            <a:custGeom>
              <a:avLst/>
              <a:gdLst/>
              <a:ahLst/>
              <a:cxnLst/>
              <a:rect l="l" t="t" r="r" b="b"/>
              <a:pathLst>
                <a:path w="678" h="953" extrusionOk="0">
                  <a:moveTo>
                    <a:pt x="326" y="0"/>
                  </a:moveTo>
                  <a:lnTo>
                    <a:pt x="1" y="125"/>
                  </a:lnTo>
                  <a:cubicBezTo>
                    <a:pt x="1" y="125"/>
                    <a:pt x="76" y="326"/>
                    <a:pt x="176" y="551"/>
                  </a:cubicBezTo>
                  <a:cubicBezTo>
                    <a:pt x="251" y="752"/>
                    <a:pt x="352" y="952"/>
                    <a:pt x="352" y="952"/>
                  </a:cubicBezTo>
                  <a:lnTo>
                    <a:pt x="677" y="802"/>
                  </a:lnTo>
                  <a:cubicBezTo>
                    <a:pt x="677" y="802"/>
                    <a:pt x="602" y="602"/>
                    <a:pt x="502" y="401"/>
                  </a:cubicBezTo>
                  <a:cubicBezTo>
                    <a:pt x="427" y="201"/>
                    <a:pt x="326" y="0"/>
                    <a:pt x="326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65"/>
            <p:cNvSpPr/>
            <p:nvPr/>
          </p:nvSpPr>
          <p:spPr>
            <a:xfrm>
              <a:off x="1390288" y="3725959"/>
              <a:ext cx="32293" cy="49057"/>
            </a:xfrm>
            <a:custGeom>
              <a:avLst/>
              <a:gdLst/>
              <a:ahLst/>
              <a:cxnLst/>
              <a:rect l="l" t="t" r="r" b="b"/>
              <a:pathLst>
                <a:path w="628" h="954" extrusionOk="0">
                  <a:moveTo>
                    <a:pt x="351" y="1"/>
                  </a:moveTo>
                  <a:lnTo>
                    <a:pt x="1" y="101"/>
                  </a:lnTo>
                  <a:cubicBezTo>
                    <a:pt x="1" y="101"/>
                    <a:pt x="51" y="327"/>
                    <a:pt x="126" y="527"/>
                  </a:cubicBezTo>
                  <a:cubicBezTo>
                    <a:pt x="201" y="753"/>
                    <a:pt x="276" y="953"/>
                    <a:pt x="276" y="953"/>
                  </a:cubicBezTo>
                  <a:lnTo>
                    <a:pt x="627" y="828"/>
                  </a:lnTo>
                  <a:cubicBezTo>
                    <a:pt x="627" y="828"/>
                    <a:pt x="552" y="627"/>
                    <a:pt x="477" y="427"/>
                  </a:cubicBezTo>
                  <a:cubicBezTo>
                    <a:pt x="402" y="201"/>
                    <a:pt x="351" y="1"/>
                    <a:pt x="351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65"/>
            <p:cNvSpPr/>
            <p:nvPr/>
          </p:nvSpPr>
          <p:spPr>
            <a:xfrm>
              <a:off x="1372238" y="3660241"/>
              <a:ext cx="29722" cy="49057"/>
            </a:xfrm>
            <a:custGeom>
              <a:avLst/>
              <a:gdLst/>
              <a:ahLst/>
              <a:cxnLst/>
              <a:rect l="l" t="t" r="r" b="b"/>
              <a:pathLst>
                <a:path w="578" h="954" extrusionOk="0">
                  <a:moveTo>
                    <a:pt x="352" y="1"/>
                  </a:moveTo>
                  <a:lnTo>
                    <a:pt x="1" y="76"/>
                  </a:lnTo>
                  <a:cubicBezTo>
                    <a:pt x="1" y="76"/>
                    <a:pt x="51" y="301"/>
                    <a:pt x="101" y="502"/>
                  </a:cubicBezTo>
                  <a:cubicBezTo>
                    <a:pt x="151" y="727"/>
                    <a:pt x="226" y="953"/>
                    <a:pt x="226" y="953"/>
                  </a:cubicBezTo>
                  <a:lnTo>
                    <a:pt x="577" y="853"/>
                  </a:lnTo>
                  <a:cubicBezTo>
                    <a:pt x="577" y="853"/>
                    <a:pt x="527" y="627"/>
                    <a:pt x="452" y="427"/>
                  </a:cubicBezTo>
                  <a:cubicBezTo>
                    <a:pt x="402" y="201"/>
                    <a:pt x="352" y="1"/>
                    <a:pt x="352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65"/>
            <p:cNvSpPr/>
            <p:nvPr/>
          </p:nvSpPr>
          <p:spPr>
            <a:xfrm>
              <a:off x="1360668" y="3591951"/>
              <a:ext cx="25814" cy="49006"/>
            </a:xfrm>
            <a:custGeom>
              <a:avLst/>
              <a:gdLst/>
              <a:ahLst/>
              <a:cxnLst/>
              <a:rect l="l" t="t" r="r" b="b"/>
              <a:pathLst>
                <a:path w="502" h="953" extrusionOk="0">
                  <a:moveTo>
                    <a:pt x="376" y="0"/>
                  </a:moveTo>
                  <a:lnTo>
                    <a:pt x="0" y="50"/>
                  </a:lnTo>
                  <a:cubicBezTo>
                    <a:pt x="0" y="50"/>
                    <a:pt x="25" y="276"/>
                    <a:pt x="75" y="502"/>
                  </a:cubicBezTo>
                  <a:cubicBezTo>
                    <a:pt x="100" y="727"/>
                    <a:pt x="150" y="953"/>
                    <a:pt x="150" y="953"/>
                  </a:cubicBezTo>
                  <a:lnTo>
                    <a:pt x="501" y="903"/>
                  </a:lnTo>
                  <a:cubicBezTo>
                    <a:pt x="501" y="903"/>
                    <a:pt x="451" y="677"/>
                    <a:pt x="426" y="451"/>
                  </a:cubicBezTo>
                  <a:cubicBezTo>
                    <a:pt x="401" y="226"/>
                    <a:pt x="376" y="0"/>
                    <a:pt x="376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65"/>
            <p:cNvSpPr/>
            <p:nvPr/>
          </p:nvSpPr>
          <p:spPr>
            <a:xfrm>
              <a:off x="1355475" y="3524946"/>
              <a:ext cx="21957" cy="47720"/>
            </a:xfrm>
            <a:custGeom>
              <a:avLst/>
              <a:gdLst/>
              <a:ahLst/>
              <a:cxnLst/>
              <a:rect l="l" t="t" r="r" b="b"/>
              <a:pathLst>
                <a:path w="427" h="928" extrusionOk="0">
                  <a:moveTo>
                    <a:pt x="1" y="0"/>
                  </a:moveTo>
                  <a:cubicBezTo>
                    <a:pt x="1" y="0"/>
                    <a:pt x="26" y="226"/>
                    <a:pt x="26" y="451"/>
                  </a:cubicBezTo>
                  <a:cubicBezTo>
                    <a:pt x="51" y="677"/>
                    <a:pt x="51" y="927"/>
                    <a:pt x="51" y="927"/>
                  </a:cubicBezTo>
                  <a:lnTo>
                    <a:pt x="427" y="877"/>
                  </a:lnTo>
                  <a:cubicBezTo>
                    <a:pt x="427" y="877"/>
                    <a:pt x="402" y="652"/>
                    <a:pt x="377" y="451"/>
                  </a:cubicBezTo>
                  <a:cubicBezTo>
                    <a:pt x="377" y="226"/>
                    <a:pt x="377" y="0"/>
                    <a:pt x="377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65"/>
            <p:cNvSpPr/>
            <p:nvPr/>
          </p:nvSpPr>
          <p:spPr>
            <a:xfrm>
              <a:off x="1355475" y="3455319"/>
              <a:ext cx="20672" cy="47720"/>
            </a:xfrm>
            <a:custGeom>
              <a:avLst/>
              <a:gdLst/>
              <a:ahLst/>
              <a:cxnLst/>
              <a:rect l="l" t="t" r="r" b="b"/>
              <a:pathLst>
                <a:path w="402" h="928" extrusionOk="0">
                  <a:moveTo>
                    <a:pt x="51" y="1"/>
                  </a:moveTo>
                  <a:cubicBezTo>
                    <a:pt x="51" y="1"/>
                    <a:pt x="26" y="226"/>
                    <a:pt x="26" y="452"/>
                  </a:cubicBezTo>
                  <a:cubicBezTo>
                    <a:pt x="1" y="677"/>
                    <a:pt x="1" y="903"/>
                    <a:pt x="1" y="903"/>
                  </a:cubicBezTo>
                  <a:lnTo>
                    <a:pt x="377" y="928"/>
                  </a:lnTo>
                  <a:cubicBezTo>
                    <a:pt x="377" y="928"/>
                    <a:pt x="377" y="702"/>
                    <a:pt x="377" y="477"/>
                  </a:cubicBezTo>
                  <a:cubicBezTo>
                    <a:pt x="402" y="251"/>
                    <a:pt x="402" y="26"/>
                    <a:pt x="402" y="26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65"/>
            <p:cNvSpPr/>
            <p:nvPr/>
          </p:nvSpPr>
          <p:spPr>
            <a:xfrm>
              <a:off x="1360668" y="3385744"/>
              <a:ext cx="25814" cy="49006"/>
            </a:xfrm>
            <a:custGeom>
              <a:avLst/>
              <a:gdLst/>
              <a:ahLst/>
              <a:cxnLst/>
              <a:rect l="l" t="t" r="r" b="b"/>
              <a:pathLst>
                <a:path w="502" h="953" extrusionOk="0">
                  <a:moveTo>
                    <a:pt x="150" y="0"/>
                  </a:moveTo>
                  <a:cubicBezTo>
                    <a:pt x="150" y="0"/>
                    <a:pt x="125" y="50"/>
                    <a:pt x="125" y="151"/>
                  </a:cubicBezTo>
                  <a:cubicBezTo>
                    <a:pt x="100" y="226"/>
                    <a:pt x="75" y="351"/>
                    <a:pt x="50" y="451"/>
                  </a:cubicBezTo>
                  <a:cubicBezTo>
                    <a:pt x="25" y="677"/>
                    <a:pt x="0" y="903"/>
                    <a:pt x="0" y="903"/>
                  </a:cubicBezTo>
                  <a:lnTo>
                    <a:pt x="351" y="953"/>
                  </a:lnTo>
                  <a:cubicBezTo>
                    <a:pt x="351" y="953"/>
                    <a:pt x="376" y="727"/>
                    <a:pt x="426" y="502"/>
                  </a:cubicBezTo>
                  <a:cubicBezTo>
                    <a:pt x="426" y="401"/>
                    <a:pt x="451" y="301"/>
                    <a:pt x="476" y="226"/>
                  </a:cubicBezTo>
                  <a:cubicBezTo>
                    <a:pt x="501" y="126"/>
                    <a:pt x="501" y="75"/>
                    <a:pt x="501" y="75"/>
                  </a:cubicBezTo>
                  <a:lnTo>
                    <a:pt x="150" y="0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65"/>
            <p:cNvSpPr/>
            <p:nvPr/>
          </p:nvSpPr>
          <p:spPr>
            <a:xfrm>
              <a:off x="1373524" y="3318739"/>
              <a:ext cx="31008" cy="49006"/>
            </a:xfrm>
            <a:custGeom>
              <a:avLst/>
              <a:gdLst/>
              <a:ahLst/>
              <a:cxnLst/>
              <a:rect l="l" t="t" r="r" b="b"/>
              <a:pathLst>
                <a:path w="603" h="953" extrusionOk="0">
                  <a:moveTo>
                    <a:pt x="251" y="0"/>
                  </a:moveTo>
                  <a:lnTo>
                    <a:pt x="1" y="877"/>
                  </a:lnTo>
                  <a:lnTo>
                    <a:pt x="352" y="952"/>
                  </a:lnTo>
                  <a:lnTo>
                    <a:pt x="602" y="100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65"/>
            <p:cNvSpPr/>
            <p:nvPr/>
          </p:nvSpPr>
          <p:spPr>
            <a:xfrm>
              <a:off x="1394145" y="3252969"/>
              <a:ext cx="36150" cy="50343"/>
            </a:xfrm>
            <a:custGeom>
              <a:avLst/>
              <a:gdLst/>
              <a:ahLst/>
              <a:cxnLst/>
              <a:rect l="l" t="t" r="r" b="b"/>
              <a:pathLst>
                <a:path w="703" h="979" extrusionOk="0">
                  <a:moveTo>
                    <a:pt x="352" y="1"/>
                  </a:moveTo>
                  <a:lnTo>
                    <a:pt x="1" y="853"/>
                  </a:lnTo>
                  <a:lnTo>
                    <a:pt x="352" y="978"/>
                  </a:lnTo>
                  <a:lnTo>
                    <a:pt x="702" y="176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65"/>
            <p:cNvSpPr/>
            <p:nvPr/>
          </p:nvSpPr>
          <p:spPr>
            <a:xfrm>
              <a:off x="1423816" y="3192392"/>
              <a:ext cx="40007" cy="49057"/>
            </a:xfrm>
            <a:custGeom>
              <a:avLst/>
              <a:gdLst/>
              <a:ahLst/>
              <a:cxnLst/>
              <a:rect l="l" t="t" r="r" b="b"/>
              <a:pathLst>
                <a:path w="778" h="954" extrusionOk="0">
                  <a:moveTo>
                    <a:pt x="451" y="1"/>
                  </a:moveTo>
                  <a:cubicBezTo>
                    <a:pt x="451" y="1"/>
                    <a:pt x="351" y="201"/>
                    <a:pt x="226" y="402"/>
                  </a:cubicBezTo>
                  <a:cubicBezTo>
                    <a:pt x="100" y="577"/>
                    <a:pt x="0" y="803"/>
                    <a:pt x="0" y="803"/>
                  </a:cubicBezTo>
                  <a:lnTo>
                    <a:pt x="326" y="953"/>
                  </a:lnTo>
                  <a:cubicBezTo>
                    <a:pt x="326" y="953"/>
                    <a:pt x="426" y="778"/>
                    <a:pt x="526" y="577"/>
                  </a:cubicBezTo>
                  <a:cubicBezTo>
                    <a:pt x="652" y="402"/>
                    <a:pt x="777" y="201"/>
                    <a:pt x="777" y="201"/>
                  </a:cubicBezTo>
                  <a:lnTo>
                    <a:pt x="4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65"/>
            <p:cNvSpPr/>
            <p:nvPr/>
          </p:nvSpPr>
          <p:spPr>
            <a:xfrm>
              <a:off x="1459864" y="3135724"/>
              <a:ext cx="43915" cy="49006"/>
            </a:xfrm>
            <a:custGeom>
              <a:avLst/>
              <a:gdLst/>
              <a:ahLst/>
              <a:cxnLst/>
              <a:rect l="l" t="t" r="r" b="b"/>
              <a:pathLst>
                <a:path w="854" h="953" extrusionOk="0">
                  <a:moveTo>
                    <a:pt x="577" y="0"/>
                  </a:moveTo>
                  <a:lnTo>
                    <a:pt x="1" y="727"/>
                  </a:lnTo>
                  <a:lnTo>
                    <a:pt x="302" y="952"/>
                  </a:lnTo>
                  <a:lnTo>
                    <a:pt x="853" y="251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65"/>
            <p:cNvSpPr/>
            <p:nvPr/>
          </p:nvSpPr>
          <p:spPr>
            <a:xfrm>
              <a:off x="1503728" y="3084146"/>
              <a:ext cx="46435" cy="47720"/>
            </a:xfrm>
            <a:custGeom>
              <a:avLst/>
              <a:gdLst/>
              <a:ahLst/>
              <a:cxnLst/>
              <a:rect l="l" t="t" r="r" b="b"/>
              <a:pathLst>
                <a:path w="903" h="928" extrusionOk="0">
                  <a:moveTo>
                    <a:pt x="627" y="1"/>
                  </a:moveTo>
                  <a:cubicBezTo>
                    <a:pt x="627" y="1"/>
                    <a:pt x="476" y="176"/>
                    <a:pt x="301" y="326"/>
                  </a:cubicBezTo>
                  <a:cubicBezTo>
                    <a:pt x="226" y="427"/>
                    <a:pt x="150" y="502"/>
                    <a:pt x="100" y="577"/>
                  </a:cubicBezTo>
                  <a:cubicBezTo>
                    <a:pt x="50" y="627"/>
                    <a:pt x="0" y="677"/>
                    <a:pt x="0" y="677"/>
                  </a:cubicBezTo>
                  <a:lnTo>
                    <a:pt x="276" y="928"/>
                  </a:lnTo>
                  <a:cubicBezTo>
                    <a:pt x="276" y="928"/>
                    <a:pt x="326" y="878"/>
                    <a:pt x="376" y="803"/>
                  </a:cubicBezTo>
                  <a:cubicBezTo>
                    <a:pt x="426" y="752"/>
                    <a:pt x="501" y="652"/>
                    <a:pt x="576" y="577"/>
                  </a:cubicBezTo>
                  <a:cubicBezTo>
                    <a:pt x="727" y="427"/>
                    <a:pt x="902" y="276"/>
                    <a:pt x="902" y="276"/>
                  </a:cubicBezTo>
                  <a:lnTo>
                    <a:pt x="6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65"/>
            <p:cNvSpPr/>
            <p:nvPr/>
          </p:nvSpPr>
          <p:spPr>
            <a:xfrm>
              <a:off x="1552683" y="3037763"/>
              <a:ext cx="47720" cy="45149"/>
            </a:xfrm>
            <a:custGeom>
              <a:avLst/>
              <a:gdLst/>
              <a:ahLst/>
              <a:cxnLst/>
              <a:rect l="l" t="t" r="r" b="b"/>
              <a:pathLst>
                <a:path w="928" h="878" extrusionOk="0">
                  <a:moveTo>
                    <a:pt x="702" y="0"/>
                  </a:moveTo>
                  <a:cubicBezTo>
                    <a:pt x="702" y="0"/>
                    <a:pt x="652" y="50"/>
                    <a:pt x="577" y="101"/>
                  </a:cubicBezTo>
                  <a:cubicBezTo>
                    <a:pt x="527" y="151"/>
                    <a:pt x="426" y="226"/>
                    <a:pt x="351" y="301"/>
                  </a:cubicBezTo>
                  <a:cubicBezTo>
                    <a:pt x="176" y="451"/>
                    <a:pt x="0" y="602"/>
                    <a:pt x="0" y="602"/>
                  </a:cubicBezTo>
                  <a:lnTo>
                    <a:pt x="251" y="878"/>
                  </a:lnTo>
                  <a:cubicBezTo>
                    <a:pt x="251" y="878"/>
                    <a:pt x="426" y="727"/>
                    <a:pt x="577" y="577"/>
                  </a:cubicBezTo>
                  <a:cubicBezTo>
                    <a:pt x="677" y="502"/>
                    <a:pt x="752" y="426"/>
                    <a:pt x="827" y="376"/>
                  </a:cubicBezTo>
                  <a:cubicBezTo>
                    <a:pt x="878" y="326"/>
                    <a:pt x="928" y="301"/>
                    <a:pt x="928" y="301"/>
                  </a:cubicBezTo>
                  <a:lnTo>
                    <a:pt x="7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65"/>
            <p:cNvSpPr/>
            <p:nvPr/>
          </p:nvSpPr>
          <p:spPr>
            <a:xfrm>
              <a:off x="1606831" y="2996521"/>
              <a:ext cx="49006" cy="42578"/>
            </a:xfrm>
            <a:custGeom>
              <a:avLst/>
              <a:gdLst/>
              <a:ahLst/>
              <a:cxnLst/>
              <a:rect l="l" t="t" r="r" b="b"/>
              <a:pathLst>
                <a:path w="953" h="828" extrusionOk="0">
                  <a:moveTo>
                    <a:pt x="727" y="0"/>
                  </a:moveTo>
                  <a:cubicBezTo>
                    <a:pt x="727" y="0"/>
                    <a:pt x="551" y="126"/>
                    <a:pt x="351" y="276"/>
                  </a:cubicBezTo>
                  <a:cubicBezTo>
                    <a:pt x="175" y="401"/>
                    <a:pt x="0" y="552"/>
                    <a:pt x="0" y="552"/>
                  </a:cubicBezTo>
                  <a:lnTo>
                    <a:pt x="226" y="827"/>
                  </a:lnTo>
                  <a:cubicBezTo>
                    <a:pt x="226" y="827"/>
                    <a:pt x="401" y="702"/>
                    <a:pt x="576" y="552"/>
                  </a:cubicBezTo>
                  <a:cubicBezTo>
                    <a:pt x="752" y="426"/>
                    <a:pt x="952" y="301"/>
                    <a:pt x="952" y="301"/>
                  </a:cubicBezTo>
                  <a:lnTo>
                    <a:pt x="7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65"/>
            <p:cNvSpPr/>
            <p:nvPr/>
          </p:nvSpPr>
          <p:spPr>
            <a:xfrm>
              <a:off x="1663500" y="2960422"/>
              <a:ext cx="50343" cy="40007"/>
            </a:xfrm>
            <a:custGeom>
              <a:avLst/>
              <a:gdLst/>
              <a:ahLst/>
              <a:cxnLst/>
              <a:rect l="l" t="t" r="r" b="b"/>
              <a:pathLst>
                <a:path w="979" h="778" extrusionOk="0">
                  <a:moveTo>
                    <a:pt x="778" y="1"/>
                  </a:moveTo>
                  <a:cubicBezTo>
                    <a:pt x="778" y="1"/>
                    <a:pt x="577" y="101"/>
                    <a:pt x="402" y="226"/>
                  </a:cubicBezTo>
                  <a:cubicBezTo>
                    <a:pt x="302" y="276"/>
                    <a:pt x="201" y="326"/>
                    <a:pt x="126" y="377"/>
                  </a:cubicBezTo>
                  <a:cubicBezTo>
                    <a:pt x="51" y="427"/>
                    <a:pt x="1" y="477"/>
                    <a:pt x="1" y="477"/>
                  </a:cubicBezTo>
                  <a:lnTo>
                    <a:pt x="201" y="778"/>
                  </a:lnTo>
                  <a:lnTo>
                    <a:pt x="327" y="702"/>
                  </a:lnTo>
                  <a:cubicBezTo>
                    <a:pt x="377" y="652"/>
                    <a:pt x="477" y="577"/>
                    <a:pt x="577" y="527"/>
                  </a:cubicBezTo>
                  <a:cubicBezTo>
                    <a:pt x="778" y="427"/>
                    <a:pt x="978" y="301"/>
                    <a:pt x="978" y="301"/>
                  </a:cubicBezTo>
                  <a:lnTo>
                    <a:pt x="7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65"/>
            <p:cNvSpPr/>
            <p:nvPr/>
          </p:nvSpPr>
          <p:spPr>
            <a:xfrm>
              <a:off x="1724076" y="2926894"/>
              <a:ext cx="49057" cy="38721"/>
            </a:xfrm>
            <a:custGeom>
              <a:avLst/>
              <a:gdLst/>
              <a:ahLst/>
              <a:cxnLst/>
              <a:rect l="l" t="t" r="r" b="b"/>
              <a:pathLst>
                <a:path w="954" h="753" extrusionOk="0">
                  <a:moveTo>
                    <a:pt x="803" y="1"/>
                  </a:moveTo>
                  <a:cubicBezTo>
                    <a:pt x="803" y="1"/>
                    <a:pt x="602" y="101"/>
                    <a:pt x="402" y="201"/>
                  </a:cubicBezTo>
                  <a:cubicBezTo>
                    <a:pt x="302" y="252"/>
                    <a:pt x="201" y="327"/>
                    <a:pt x="101" y="352"/>
                  </a:cubicBezTo>
                  <a:cubicBezTo>
                    <a:pt x="51" y="402"/>
                    <a:pt x="1" y="427"/>
                    <a:pt x="1" y="427"/>
                  </a:cubicBezTo>
                  <a:lnTo>
                    <a:pt x="176" y="753"/>
                  </a:lnTo>
                  <a:cubicBezTo>
                    <a:pt x="176" y="753"/>
                    <a:pt x="226" y="728"/>
                    <a:pt x="276" y="678"/>
                  </a:cubicBezTo>
                  <a:cubicBezTo>
                    <a:pt x="352" y="628"/>
                    <a:pt x="452" y="577"/>
                    <a:pt x="552" y="527"/>
                  </a:cubicBezTo>
                  <a:cubicBezTo>
                    <a:pt x="753" y="427"/>
                    <a:pt x="953" y="327"/>
                    <a:pt x="953" y="327"/>
                  </a:cubicBezTo>
                  <a:lnTo>
                    <a:pt x="8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65"/>
            <p:cNvSpPr/>
            <p:nvPr/>
          </p:nvSpPr>
          <p:spPr>
            <a:xfrm>
              <a:off x="1332283" y="2944790"/>
              <a:ext cx="1346858" cy="1182975"/>
            </a:xfrm>
            <a:custGeom>
              <a:avLst/>
              <a:gdLst/>
              <a:ahLst/>
              <a:cxnLst/>
              <a:rect l="l" t="t" r="r" b="b"/>
              <a:pathLst>
                <a:path w="26192" h="23005" extrusionOk="0">
                  <a:moveTo>
                    <a:pt x="13108" y="0"/>
                  </a:moveTo>
                  <a:cubicBezTo>
                    <a:pt x="11523" y="0"/>
                    <a:pt x="9912" y="331"/>
                    <a:pt x="8372" y="1031"/>
                  </a:cubicBezTo>
                  <a:cubicBezTo>
                    <a:pt x="2582" y="3638"/>
                    <a:pt x="1" y="10455"/>
                    <a:pt x="2607" y="16245"/>
                  </a:cubicBezTo>
                  <a:cubicBezTo>
                    <a:pt x="4540" y="20496"/>
                    <a:pt x="8730" y="23004"/>
                    <a:pt x="13112" y="23004"/>
                  </a:cubicBezTo>
                  <a:cubicBezTo>
                    <a:pt x="14697" y="23004"/>
                    <a:pt x="16308" y="22676"/>
                    <a:pt x="17845" y="21984"/>
                  </a:cubicBezTo>
                  <a:cubicBezTo>
                    <a:pt x="23610" y="19377"/>
                    <a:pt x="26191" y="12560"/>
                    <a:pt x="23585" y="6771"/>
                  </a:cubicBezTo>
                  <a:cubicBezTo>
                    <a:pt x="21653" y="2521"/>
                    <a:pt x="17480" y="0"/>
                    <a:pt x="13108" y="0"/>
                  </a:cubicBezTo>
                  <a:close/>
                </a:path>
              </a:pathLst>
            </a:custGeom>
            <a:solidFill>
              <a:srgbClr val="C5D7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65"/>
            <p:cNvSpPr/>
            <p:nvPr/>
          </p:nvSpPr>
          <p:spPr>
            <a:xfrm>
              <a:off x="1332283" y="2944790"/>
              <a:ext cx="1346858" cy="1182975"/>
            </a:xfrm>
            <a:custGeom>
              <a:avLst/>
              <a:gdLst/>
              <a:ahLst/>
              <a:cxnLst/>
              <a:rect l="l" t="t" r="r" b="b"/>
              <a:pathLst>
                <a:path w="26192" h="23005" extrusionOk="0">
                  <a:moveTo>
                    <a:pt x="13108" y="0"/>
                  </a:moveTo>
                  <a:cubicBezTo>
                    <a:pt x="11523" y="0"/>
                    <a:pt x="9912" y="331"/>
                    <a:pt x="8372" y="1031"/>
                  </a:cubicBezTo>
                  <a:cubicBezTo>
                    <a:pt x="2582" y="3638"/>
                    <a:pt x="1" y="10455"/>
                    <a:pt x="2607" y="16245"/>
                  </a:cubicBezTo>
                  <a:cubicBezTo>
                    <a:pt x="4540" y="20496"/>
                    <a:pt x="8730" y="23004"/>
                    <a:pt x="13112" y="23004"/>
                  </a:cubicBezTo>
                  <a:cubicBezTo>
                    <a:pt x="14697" y="23004"/>
                    <a:pt x="16308" y="22676"/>
                    <a:pt x="17845" y="21984"/>
                  </a:cubicBezTo>
                  <a:cubicBezTo>
                    <a:pt x="23610" y="19377"/>
                    <a:pt x="26191" y="12560"/>
                    <a:pt x="23585" y="6771"/>
                  </a:cubicBezTo>
                  <a:cubicBezTo>
                    <a:pt x="21653" y="2521"/>
                    <a:pt x="17480" y="0"/>
                    <a:pt x="13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65"/>
            <p:cNvSpPr/>
            <p:nvPr/>
          </p:nvSpPr>
          <p:spPr>
            <a:xfrm>
              <a:off x="1288470" y="3262019"/>
              <a:ext cx="735959" cy="560660"/>
            </a:xfrm>
            <a:custGeom>
              <a:avLst/>
              <a:gdLst/>
              <a:ahLst/>
              <a:cxnLst/>
              <a:rect l="l" t="t" r="r" b="b"/>
              <a:pathLst>
                <a:path w="14312" h="10903" extrusionOk="0">
                  <a:moveTo>
                    <a:pt x="1404" y="0"/>
                  </a:moveTo>
                  <a:lnTo>
                    <a:pt x="1404" y="0"/>
                  </a:lnTo>
                  <a:cubicBezTo>
                    <a:pt x="51" y="3384"/>
                    <a:pt x="1" y="7294"/>
                    <a:pt x="1630" y="10903"/>
                  </a:cubicBezTo>
                  <a:lnTo>
                    <a:pt x="14311" y="5163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65"/>
            <p:cNvSpPr/>
            <p:nvPr/>
          </p:nvSpPr>
          <p:spPr>
            <a:xfrm>
              <a:off x="1747268" y="2804250"/>
              <a:ext cx="328693" cy="723309"/>
            </a:xfrm>
            <a:custGeom>
              <a:avLst/>
              <a:gdLst/>
              <a:ahLst/>
              <a:cxnLst/>
              <a:rect l="l" t="t" r="r" b="b"/>
              <a:pathLst>
                <a:path w="6392" h="14066" extrusionOk="0">
                  <a:moveTo>
                    <a:pt x="4913" y="1"/>
                  </a:moveTo>
                  <a:cubicBezTo>
                    <a:pt x="3276" y="1"/>
                    <a:pt x="1617" y="292"/>
                    <a:pt x="1" y="907"/>
                  </a:cubicBezTo>
                  <a:lnTo>
                    <a:pt x="5389" y="14065"/>
                  </a:lnTo>
                  <a:lnTo>
                    <a:pt x="6392" y="80"/>
                  </a:lnTo>
                  <a:cubicBezTo>
                    <a:pt x="5902" y="28"/>
                    <a:pt x="5409" y="1"/>
                    <a:pt x="49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65"/>
            <p:cNvSpPr/>
            <p:nvPr/>
          </p:nvSpPr>
          <p:spPr>
            <a:xfrm>
              <a:off x="2023102" y="3486276"/>
              <a:ext cx="723052" cy="738530"/>
            </a:xfrm>
            <a:custGeom>
              <a:avLst/>
              <a:gdLst/>
              <a:ahLst/>
              <a:cxnLst/>
              <a:rect l="l" t="t" r="r" b="b"/>
              <a:pathLst>
                <a:path w="14061" h="14362" extrusionOk="0">
                  <a:moveTo>
                    <a:pt x="13634" y="0"/>
                  </a:moveTo>
                  <a:lnTo>
                    <a:pt x="0" y="827"/>
                  </a:lnTo>
                  <a:lnTo>
                    <a:pt x="4186" y="14361"/>
                  </a:lnTo>
                  <a:cubicBezTo>
                    <a:pt x="4587" y="14236"/>
                    <a:pt x="4988" y="14085"/>
                    <a:pt x="5389" y="13885"/>
                  </a:cubicBezTo>
                  <a:cubicBezTo>
                    <a:pt x="10928" y="11404"/>
                    <a:pt x="14061" y="5740"/>
                    <a:pt x="136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65"/>
            <p:cNvSpPr/>
            <p:nvPr/>
          </p:nvSpPr>
          <p:spPr>
            <a:xfrm>
              <a:off x="1477913" y="3528803"/>
              <a:ext cx="545233" cy="871251"/>
            </a:xfrm>
            <a:custGeom>
              <a:avLst/>
              <a:gdLst/>
              <a:ahLst/>
              <a:cxnLst/>
              <a:rect l="l" t="t" r="r" b="b"/>
              <a:pathLst>
                <a:path w="10603" h="16943" extrusionOk="0">
                  <a:moveTo>
                    <a:pt x="10602" y="0"/>
                  </a:moveTo>
                  <a:lnTo>
                    <a:pt x="1" y="14161"/>
                  </a:lnTo>
                  <a:cubicBezTo>
                    <a:pt x="1780" y="15464"/>
                    <a:pt x="3810" y="16391"/>
                    <a:pt x="5941" y="16943"/>
                  </a:cubicBezTo>
                  <a:lnTo>
                    <a:pt x="106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65"/>
            <p:cNvSpPr/>
            <p:nvPr/>
          </p:nvSpPr>
          <p:spPr>
            <a:xfrm>
              <a:off x="2029530" y="4162902"/>
              <a:ext cx="56770" cy="104439"/>
            </a:xfrm>
            <a:custGeom>
              <a:avLst/>
              <a:gdLst/>
              <a:ahLst/>
              <a:cxnLst/>
              <a:rect l="l" t="t" r="r" b="b"/>
              <a:pathLst>
                <a:path w="1104" h="2031" extrusionOk="0">
                  <a:moveTo>
                    <a:pt x="702" y="0"/>
                  </a:moveTo>
                  <a:lnTo>
                    <a:pt x="1" y="1880"/>
                  </a:lnTo>
                  <a:lnTo>
                    <a:pt x="402" y="2030"/>
                  </a:lnTo>
                  <a:lnTo>
                    <a:pt x="1103" y="151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65"/>
            <p:cNvSpPr/>
            <p:nvPr/>
          </p:nvSpPr>
          <p:spPr>
            <a:xfrm>
              <a:off x="2006338" y="4187380"/>
              <a:ext cx="103154" cy="55485"/>
            </a:xfrm>
            <a:custGeom>
              <a:avLst/>
              <a:gdLst/>
              <a:ahLst/>
              <a:cxnLst/>
              <a:rect l="l" t="t" r="r" b="b"/>
              <a:pathLst>
                <a:path w="2006" h="1079" extrusionOk="0">
                  <a:moveTo>
                    <a:pt x="151" y="0"/>
                  </a:moveTo>
                  <a:lnTo>
                    <a:pt x="1" y="376"/>
                  </a:lnTo>
                  <a:lnTo>
                    <a:pt x="1855" y="1078"/>
                  </a:lnTo>
                  <a:lnTo>
                    <a:pt x="2006" y="702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65"/>
            <p:cNvSpPr/>
            <p:nvPr/>
          </p:nvSpPr>
          <p:spPr>
            <a:xfrm>
              <a:off x="2269265" y="3116389"/>
              <a:ext cx="55485" cy="104439"/>
            </a:xfrm>
            <a:custGeom>
              <a:avLst/>
              <a:gdLst/>
              <a:ahLst/>
              <a:cxnLst/>
              <a:rect l="l" t="t" r="r" b="b"/>
              <a:pathLst>
                <a:path w="1079" h="2031" extrusionOk="0">
                  <a:moveTo>
                    <a:pt x="702" y="0"/>
                  </a:moveTo>
                  <a:lnTo>
                    <a:pt x="0" y="1880"/>
                  </a:lnTo>
                  <a:lnTo>
                    <a:pt x="376" y="2030"/>
                  </a:lnTo>
                  <a:lnTo>
                    <a:pt x="1078" y="151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65"/>
            <p:cNvSpPr/>
            <p:nvPr/>
          </p:nvSpPr>
          <p:spPr>
            <a:xfrm>
              <a:off x="2246073" y="3140866"/>
              <a:ext cx="101868" cy="55485"/>
            </a:xfrm>
            <a:custGeom>
              <a:avLst/>
              <a:gdLst/>
              <a:ahLst/>
              <a:cxnLst/>
              <a:rect l="l" t="t" r="r" b="b"/>
              <a:pathLst>
                <a:path w="1981" h="1079" extrusionOk="0">
                  <a:moveTo>
                    <a:pt x="126" y="0"/>
                  </a:moveTo>
                  <a:lnTo>
                    <a:pt x="0" y="376"/>
                  </a:lnTo>
                  <a:lnTo>
                    <a:pt x="1855" y="1078"/>
                  </a:lnTo>
                  <a:lnTo>
                    <a:pt x="1980" y="70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65"/>
            <p:cNvSpPr/>
            <p:nvPr/>
          </p:nvSpPr>
          <p:spPr>
            <a:xfrm>
              <a:off x="1342619" y="3021822"/>
              <a:ext cx="110867" cy="102331"/>
            </a:xfrm>
            <a:custGeom>
              <a:avLst/>
              <a:gdLst/>
              <a:ahLst/>
              <a:cxnLst/>
              <a:rect l="l" t="t" r="r" b="b"/>
              <a:pathLst>
                <a:path w="2156" h="1990" extrusionOk="0">
                  <a:moveTo>
                    <a:pt x="1003" y="411"/>
                  </a:moveTo>
                  <a:cubicBezTo>
                    <a:pt x="1228" y="411"/>
                    <a:pt x="1454" y="536"/>
                    <a:pt x="1554" y="761"/>
                  </a:cubicBezTo>
                  <a:cubicBezTo>
                    <a:pt x="1679" y="1037"/>
                    <a:pt x="1554" y="1388"/>
                    <a:pt x="1253" y="1513"/>
                  </a:cubicBezTo>
                  <a:cubicBezTo>
                    <a:pt x="1178" y="1554"/>
                    <a:pt x="1096" y="1573"/>
                    <a:pt x="1014" y="1573"/>
                  </a:cubicBezTo>
                  <a:cubicBezTo>
                    <a:pt x="792" y="1573"/>
                    <a:pt x="568" y="1439"/>
                    <a:pt x="476" y="1238"/>
                  </a:cubicBezTo>
                  <a:cubicBezTo>
                    <a:pt x="426" y="1087"/>
                    <a:pt x="401" y="937"/>
                    <a:pt x="476" y="787"/>
                  </a:cubicBezTo>
                  <a:cubicBezTo>
                    <a:pt x="526" y="636"/>
                    <a:pt x="627" y="536"/>
                    <a:pt x="777" y="461"/>
                  </a:cubicBezTo>
                  <a:cubicBezTo>
                    <a:pt x="852" y="436"/>
                    <a:pt x="928" y="411"/>
                    <a:pt x="1003" y="411"/>
                  </a:cubicBezTo>
                  <a:close/>
                  <a:moveTo>
                    <a:pt x="984" y="1"/>
                  </a:moveTo>
                  <a:cubicBezTo>
                    <a:pt x="853" y="1"/>
                    <a:pt x="723" y="28"/>
                    <a:pt x="602" y="85"/>
                  </a:cubicBezTo>
                  <a:cubicBezTo>
                    <a:pt x="351" y="210"/>
                    <a:pt x="176" y="386"/>
                    <a:pt x="75" y="636"/>
                  </a:cubicBezTo>
                  <a:cubicBezTo>
                    <a:pt x="0" y="887"/>
                    <a:pt x="0" y="1162"/>
                    <a:pt x="100" y="1413"/>
                  </a:cubicBezTo>
                  <a:cubicBezTo>
                    <a:pt x="276" y="1764"/>
                    <a:pt x="627" y="1990"/>
                    <a:pt x="1003" y="1990"/>
                  </a:cubicBezTo>
                  <a:cubicBezTo>
                    <a:pt x="1153" y="1990"/>
                    <a:pt x="1303" y="1964"/>
                    <a:pt x="1429" y="1889"/>
                  </a:cubicBezTo>
                  <a:cubicBezTo>
                    <a:pt x="1930" y="1664"/>
                    <a:pt x="2156" y="1087"/>
                    <a:pt x="1930" y="586"/>
                  </a:cubicBezTo>
                  <a:cubicBezTo>
                    <a:pt x="1762" y="231"/>
                    <a:pt x="1370" y="1"/>
                    <a:pt x="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65"/>
            <p:cNvSpPr/>
            <p:nvPr/>
          </p:nvSpPr>
          <p:spPr>
            <a:xfrm>
              <a:off x="2104300" y="2852176"/>
              <a:ext cx="594187" cy="603186"/>
            </a:xfrm>
            <a:custGeom>
              <a:avLst/>
              <a:gdLst/>
              <a:ahLst/>
              <a:cxnLst/>
              <a:rect l="l" t="t" r="r" b="b"/>
              <a:pathLst>
                <a:path w="11555" h="11730" extrusionOk="0">
                  <a:moveTo>
                    <a:pt x="1228" y="451"/>
                  </a:moveTo>
                  <a:cubicBezTo>
                    <a:pt x="5138" y="953"/>
                    <a:pt x="8547" y="3434"/>
                    <a:pt x="10176" y="7018"/>
                  </a:cubicBezTo>
                  <a:cubicBezTo>
                    <a:pt x="10677" y="8196"/>
                    <a:pt x="11003" y="9399"/>
                    <a:pt x="11128" y="10652"/>
                  </a:cubicBezTo>
                  <a:lnTo>
                    <a:pt x="426" y="11304"/>
                  </a:lnTo>
                  <a:lnTo>
                    <a:pt x="1228" y="451"/>
                  </a:lnTo>
                  <a:close/>
                  <a:moveTo>
                    <a:pt x="852" y="0"/>
                  </a:moveTo>
                  <a:lnTo>
                    <a:pt x="0" y="11730"/>
                  </a:lnTo>
                  <a:lnTo>
                    <a:pt x="11554" y="11053"/>
                  </a:lnTo>
                  <a:lnTo>
                    <a:pt x="11554" y="10852"/>
                  </a:lnTo>
                  <a:cubicBezTo>
                    <a:pt x="11454" y="9474"/>
                    <a:pt x="11103" y="8121"/>
                    <a:pt x="10527" y="6842"/>
                  </a:cubicBezTo>
                  <a:cubicBezTo>
                    <a:pt x="8822" y="3083"/>
                    <a:pt x="5213" y="451"/>
                    <a:pt x="1078" y="25"/>
                  </a:cubicBezTo>
                  <a:lnTo>
                    <a:pt x="8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65"/>
            <p:cNvSpPr/>
            <p:nvPr/>
          </p:nvSpPr>
          <p:spPr>
            <a:xfrm>
              <a:off x="2260215" y="4266006"/>
              <a:ext cx="70963" cy="41292"/>
            </a:xfrm>
            <a:custGeom>
              <a:avLst/>
              <a:gdLst/>
              <a:ahLst/>
              <a:cxnLst/>
              <a:rect l="l" t="t" r="r" b="b"/>
              <a:pathLst>
                <a:path w="1380" h="803" extrusionOk="0">
                  <a:moveTo>
                    <a:pt x="1254" y="0"/>
                  </a:moveTo>
                  <a:cubicBezTo>
                    <a:pt x="1254" y="0"/>
                    <a:pt x="1154" y="25"/>
                    <a:pt x="1054" y="75"/>
                  </a:cubicBezTo>
                  <a:cubicBezTo>
                    <a:pt x="928" y="125"/>
                    <a:pt x="778" y="176"/>
                    <a:pt x="627" y="251"/>
                  </a:cubicBezTo>
                  <a:cubicBezTo>
                    <a:pt x="477" y="301"/>
                    <a:pt x="302" y="351"/>
                    <a:pt x="201" y="401"/>
                  </a:cubicBezTo>
                  <a:cubicBezTo>
                    <a:pt x="76" y="426"/>
                    <a:pt x="1" y="451"/>
                    <a:pt x="1" y="451"/>
                  </a:cubicBezTo>
                  <a:lnTo>
                    <a:pt x="101" y="802"/>
                  </a:lnTo>
                  <a:cubicBezTo>
                    <a:pt x="101" y="802"/>
                    <a:pt x="176" y="777"/>
                    <a:pt x="302" y="752"/>
                  </a:cubicBezTo>
                  <a:cubicBezTo>
                    <a:pt x="427" y="702"/>
                    <a:pt x="577" y="652"/>
                    <a:pt x="753" y="602"/>
                  </a:cubicBezTo>
                  <a:cubicBezTo>
                    <a:pt x="903" y="526"/>
                    <a:pt x="1079" y="476"/>
                    <a:pt x="1179" y="426"/>
                  </a:cubicBezTo>
                  <a:cubicBezTo>
                    <a:pt x="1304" y="376"/>
                    <a:pt x="1379" y="326"/>
                    <a:pt x="1379" y="326"/>
                  </a:cubicBezTo>
                  <a:lnTo>
                    <a:pt x="12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65"/>
            <p:cNvSpPr/>
            <p:nvPr/>
          </p:nvSpPr>
          <p:spPr>
            <a:xfrm>
              <a:off x="2354319" y="4219571"/>
              <a:ext cx="70912" cy="49057"/>
            </a:xfrm>
            <a:custGeom>
              <a:avLst/>
              <a:gdLst/>
              <a:ahLst/>
              <a:cxnLst/>
              <a:rect l="l" t="t" r="r" b="b"/>
              <a:pathLst>
                <a:path w="1379" h="954" extrusionOk="0">
                  <a:moveTo>
                    <a:pt x="1178" y="1"/>
                  </a:moveTo>
                  <a:cubicBezTo>
                    <a:pt x="1178" y="1"/>
                    <a:pt x="878" y="151"/>
                    <a:pt x="602" y="327"/>
                  </a:cubicBezTo>
                  <a:cubicBezTo>
                    <a:pt x="301" y="477"/>
                    <a:pt x="0" y="627"/>
                    <a:pt x="0" y="627"/>
                  </a:cubicBezTo>
                  <a:lnTo>
                    <a:pt x="151" y="953"/>
                  </a:lnTo>
                  <a:cubicBezTo>
                    <a:pt x="151" y="953"/>
                    <a:pt x="477" y="803"/>
                    <a:pt x="777" y="653"/>
                  </a:cubicBezTo>
                  <a:cubicBezTo>
                    <a:pt x="1078" y="477"/>
                    <a:pt x="1379" y="302"/>
                    <a:pt x="1379" y="302"/>
                  </a:cubicBezTo>
                  <a:lnTo>
                    <a:pt x="11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65"/>
            <p:cNvSpPr/>
            <p:nvPr/>
          </p:nvSpPr>
          <p:spPr>
            <a:xfrm>
              <a:off x="2443230" y="4161617"/>
              <a:ext cx="67106" cy="55433"/>
            </a:xfrm>
            <a:custGeom>
              <a:avLst/>
              <a:gdLst/>
              <a:ahLst/>
              <a:cxnLst/>
              <a:rect l="l" t="t" r="r" b="b"/>
              <a:pathLst>
                <a:path w="1305" h="1078" extrusionOk="0">
                  <a:moveTo>
                    <a:pt x="1079" y="0"/>
                  </a:moveTo>
                  <a:cubicBezTo>
                    <a:pt x="1079" y="0"/>
                    <a:pt x="1028" y="50"/>
                    <a:pt x="928" y="125"/>
                  </a:cubicBezTo>
                  <a:cubicBezTo>
                    <a:pt x="828" y="201"/>
                    <a:pt x="677" y="301"/>
                    <a:pt x="552" y="401"/>
                  </a:cubicBezTo>
                  <a:cubicBezTo>
                    <a:pt x="427" y="501"/>
                    <a:pt x="276" y="602"/>
                    <a:pt x="176" y="677"/>
                  </a:cubicBezTo>
                  <a:cubicBezTo>
                    <a:pt x="76" y="727"/>
                    <a:pt x="1" y="777"/>
                    <a:pt x="1" y="777"/>
                  </a:cubicBezTo>
                  <a:lnTo>
                    <a:pt x="201" y="1078"/>
                  </a:lnTo>
                  <a:cubicBezTo>
                    <a:pt x="201" y="1078"/>
                    <a:pt x="276" y="1028"/>
                    <a:pt x="377" y="978"/>
                  </a:cubicBezTo>
                  <a:cubicBezTo>
                    <a:pt x="477" y="902"/>
                    <a:pt x="627" y="802"/>
                    <a:pt x="753" y="702"/>
                  </a:cubicBezTo>
                  <a:cubicBezTo>
                    <a:pt x="903" y="602"/>
                    <a:pt x="1028" y="501"/>
                    <a:pt x="1154" y="426"/>
                  </a:cubicBezTo>
                  <a:cubicBezTo>
                    <a:pt x="1254" y="351"/>
                    <a:pt x="1304" y="301"/>
                    <a:pt x="1304" y="301"/>
                  </a:cubicBezTo>
                  <a:lnTo>
                    <a:pt x="10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65"/>
            <p:cNvSpPr/>
            <p:nvPr/>
          </p:nvSpPr>
          <p:spPr>
            <a:xfrm>
              <a:off x="2524427" y="4093275"/>
              <a:ext cx="64484" cy="61913"/>
            </a:xfrm>
            <a:custGeom>
              <a:avLst/>
              <a:gdLst/>
              <a:ahLst/>
              <a:cxnLst/>
              <a:rect l="l" t="t" r="r" b="b"/>
              <a:pathLst>
                <a:path w="1254" h="1204" extrusionOk="0">
                  <a:moveTo>
                    <a:pt x="978" y="1"/>
                  </a:moveTo>
                  <a:lnTo>
                    <a:pt x="1" y="928"/>
                  </a:lnTo>
                  <a:lnTo>
                    <a:pt x="251" y="1204"/>
                  </a:lnTo>
                  <a:lnTo>
                    <a:pt x="1254" y="276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65"/>
            <p:cNvSpPr/>
            <p:nvPr/>
          </p:nvSpPr>
          <p:spPr>
            <a:xfrm>
              <a:off x="2597911" y="4015935"/>
              <a:ext cx="59342" cy="65821"/>
            </a:xfrm>
            <a:custGeom>
              <a:avLst/>
              <a:gdLst/>
              <a:ahLst/>
              <a:cxnLst/>
              <a:rect l="l" t="t" r="r" b="b"/>
              <a:pathLst>
                <a:path w="1154" h="1280" extrusionOk="0">
                  <a:moveTo>
                    <a:pt x="852" y="1"/>
                  </a:moveTo>
                  <a:cubicBezTo>
                    <a:pt x="852" y="1"/>
                    <a:pt x="652" y="277"/>
                    <a:pt x="451" y="527"/>
                  </a:cubicBezTo>
                  <a:cubicBezTo>
                    <a:pt x="351" y="678"/>
                    <a:pt x="226" y="778"/>
                    <a:pt x="151" y="878"/>
                  </a:cubicBezTo>
                  <a:cubicBezTo>
                    <a:pt x="50" y="978"/>
                    <a:pt x="0" y="1029"/>
                    <a:pt x="0" y="1029"/>
                  </a:cubicBezTo>
                  <a:lnTo>
                    <a:pt x="276" y="1279"/>
                  </a:lnTo>
                  <a:cubicBezTo>
                    <a:pt x="276" y="1279"/>
                    <a:pt x="326" y="1204"/>
                    <a:pt x="426" y="1129"/>
                  </a:cubicBezTo>
                  <a:cubicBezTo>
                    <a:pt x="502" y="1029"/>
                    <a:pt x="627" y="903"/>
                    <a:pt x="727" y="778"/>
                  </a:cubicBezTo>
                  <a:cubicBezTo>
                    <a:pt x="928" y="502"/>
                    <a:pt x="1153" y="227"/>
                    <a:pt x="1153" y="227"/>
                  </a:cubicBezTo>
                  <a:lnTo>
                    <a:pt x="8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65"/>
            <p:cNvSpPr/>
            <p:nvPr/>
          </p:nvSpPr>
          <p:spPr>
            <a:xfrm>
              <a:off x="2661059" y="3930881"/>
              <a:ext cx="52862" cy="68392"/>
            </a:xfrm>
            <a:custGeom>
              <a:avLst/>
              <a:gdLst/>
              <a:ahLst/>
              <a:cxnLst/>
              <a:rect l="l" t="t" r="r" b="b"/>
              <a:pathLst>
                <a:path w="1028" h="1330" extrusionOk="0">
                  <a:moveTo>
                    <a:pt x="702" y="1"/>
                  </a:moveTo>
                  <a:cubicBezTo>
                    <a:pt x="702" y="1"/>
                    <a:pt x="677" y="76"/>
                    <a:pt x="602" y="176"/>
                  </a:cubicBezTo>
                  <a:cubicBezTo>
                    <a:pt x="552" y="302"/>
                    <a:pt x="452" y="427"/>
                    <a:pt x="376" y="577"/>
                  </a:cubicBezTo>
                  <a:cubicBezTo>
                    <a:pt x="176" y="853"/>
                    <a:pt x="0" y="1129"/>
                    <a:pt x="0" y="1129"/>
                  </a:cubicBezTo>
                  <a:lnTo>
                    <a:pt x="301" y="1329"/>
                  </a:lnTo>
                  <a:cubicBezTo>
                    <a:pt x="301" y="1329"/>
                    <a:pt x="502" y="1053"/>
                    <a:pt x="677" y="753"/>
                  </a:cubicBezTo>
                  <a:cubicBezTo>
                    <a:pt x="777" y="627"/>
                    <a:pt x="853" y="477"/>
                    <a:pt x="928" y="377"/>
                  </a:cubicBezTo>
                  <a:cubicBezTo>
                    <a:pt x="978" y="251"/>
                    <a:pt x="1028" y="176"/>
                    <a:pt x="1028" y="176"/>
                  </a:cubicBez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65"/>
            <p:cNvSpPr/>
            <p:nvPr/>
          </p:nvSpPr>
          <p:spPr>
            <a:xfrm>
              <a:off x="2712585" y="3839399"/>
              <a:ext cx="46486" cy="70912"/>
            </a:xfrm>
            <a:custGeom>
              <a:avLst/>
              <a:gdLst/>
              <a:ahLst/>
              <a:cxnLst/>
              <a:rect l="l" t="t" r="r" b="b"/>
              <a:pathLst>
                <a:path w="904" h="1379" extrusionOk="0">
                  <a:moveTo>
                    <a:pt x="577" y="0"/>
                  </a:moveTo>
                  <a:cubicBezTo>
                    <a:pt x="577" y="0"/>
                    <a:pt x="427" y="301"/>
                    <a:pt x="302" y="602"/>
                  </a:cubicBezTo>
                  <a:cubicBezTo>
                    <a:pt x="252" y="752"/>
                    <a:pt x="176" y="903"/>
                    <a:pt x="101" y="1028"/>
                  </a:cubicBezTo>
                  <a:cubicBezTo>
                    <a:pt x="51" y="1128"/>
                    <a:pt x="1" y="1203"/>
                    <a:pt x="1" y="1203"/>
                  </a:cubicBezTo>
                  <a:lnTo>
                    <a:pt x="327" y="1379"/>
                  </a:lnTo>
                  <a:cubicBezTo>
                    <a:pt x="327" y="1379"/>
                    <a:pt x="377" y="1304"/>
                    <a:pt x="427" y="1178"/>
                  </a:cubicBezTo>
                  <a:cubicBezTo>
                    <a:pt x="502" y="1053"/>
                    <a:pt x="577" y="928"/>
                    <a:pt x="653" y="752"/>
                  </a:cubicBezTo>
                  <a:cubicBezTo>
                    <a:pt x="778" y="452"/>
                    <a:pt x="903" y="126"/>
                    <a:pt x="903" y="126"/>
                  </a:cubicBezTo>
                  <a:lnTo>
                    <a:pt x="5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65"/>
            <p:cNvSpPr/>
            <p:nvPr/>
          </p:nvSpPr>
          <p:spPr>
            <a:xfrm>
              <a:off x="2173875" y="3756916"/>
              <a:ext cx="141823" cy="279687"/>
            </a:xfrm>
            <a:custGeom>
              <a:avLst/>
              <a:gdLst/>
              <a:ahLst/>
              <a:cxnLst/>
              <a:rect l="l" t="t" r="r" b="b"/>
              <a:pathLst>
                <a:path w="2758" h="5439" extrusionOk="0">
                  <a:moveTo>
                    <a:pt x="51" y="0"/>
                  </a:moveTo>
                  <a:lnTo>
                    <a:pt x="1" y="176"/>
                  </a:lnTo>
                  <a:lnTo>
                    <a:pt x="652" y="401"/>
                  </a:lnTo>
                  <a:cubicBezTo>
                    <a:pt x="753" y="426"/>
                    <a:pt x="828" y="502"/>
                    <a:pt x="878" y="627"/>
                  </a:cubicBezTo>
                  <a:cubicBezTo>
                    <a:pt x="928" y="727"/>
                    <a:pt x="928" y="853"/>
                    <a:pt x="853" y="953"/>
                  </a:cubicBezTo>
                  <a:lnTo>
                    <a:pt x="727" y="1228"/>
                  </a:lnTo>
                  <a:cubicBezTo>
                    <a:pt x="652" y="1379"/>
                    <a:pt x="627" y="1529"/>
                    <a:pt x="677" y="1680"/>
                  </a:cubicBezTo>
                  <a:cubicBezTo>
                    <a:pt x="727" y="1830"/>
                    <a:pt x="853" y="1955"/>
                    <a:pt x="1003" y="2005"/>
                  </a:cubicBezTo>
                  <a:lnTo>
                    <a:pt x="1479" y="2231"/>
                  </a:lnTo>
                  <a:cubicBezTo>
                    <a:pt x="1555" y="2256"/>
                    <a:pt x="1630" y="2331"/>
                    <a:pt x="1680" y="2431"/>
                  </a:cubicBezTo>
                  <a:cubicBezTo>
                    <a:pt x="1730" y="2532"/>
                    <a:pt x="1705" y="2657"/>
                    <a:pt x="1680" y="2757"/>
                  </a:cubicBezTo>
                  <a:lnTo>
                    <a:pt x="1479" y="3183"/>
                  </a:lnTo>
                  <a:cubicBezTo>
                    <a:pt x="1404" y="3334"/>
                    <a:pt x="1404" y="3484"/>
                    <a:pt x="1454" y="3609"/>
                  </a:cubicBezTo>
                  <a:cubicBezTo>
                    <a:pt x="1504" y="3760"/>
                    <a:pt x="1605" y="3885"/>
                    <a:pt x="1755" y="3935"/>
                  </a:cubicBezTo>
                  <a:lnTo>
                    <a:pt x="2281" y="4186"/>
                  </a:lnTo>
                  <a:cubicBezTo>
                    <a:pt x="2482" y="4261"/>
                    <a:pt x="2557" y="4512"/>
                    <a:pt x="2482" y="4712"/>
                  </a:cubicBezTo>
                  <a:lnTo>
                    <a:pt x="2181" y="5364"/>
                  </a:lnTo>
                  <a:lnTo>
                    <a:pt x="2332" y="5439"/>
                  </a:lnTo>
                  <a:lnTo>
                    <a:pt x="2632" y="4762"/>
                  </a:lnTo>
                  <a:cubicBezTo>
                    <a:pt x="2758" y="4487"/>
                    <a:pt x="2632" y="4161"/>
                    <a:pt x="2357" y="4035"/>
                  </a:cubicBezTo>
                  <a:lnTo>
                    <a:pt x="1830" y="3785"/>
                  </a:lnTo>
                  <a:cubicBezTo>
                    <a:pt x="1730" y="3735"/>
                    <a:pt x="1655" y="3660"/>
                    <a:pt x="1605" y="3559"/>
                  </a:cubicBezTo>
                  <a:cubicBezTo>
                    <a:pt x="1580" y="3459"/>
                    <a:pt x="1580" y="3359"/>
                    <a:pt x="1630" y="3259"/>
                  </a:cubicBezTo>
                  <a:lnTo>
                    <a:pt x="1830" y="2807"/>
                  </a:lnTo>
                  <a:cubicBezTo>
                    <a:pt x="1880" y="2682"/>
                    <a:pt x="1905" y="2532"/>
                    <a:pt x="1830" y="2381"/>
                  </a:cubicBezTo>
                  <a:cubicBezTo>
                    <a:pt x="1780" y="2231"/>
                    <a:pt x="1680" y="2131"/>
                    <a:pt x="1530" y="2056"/>
                  </a:cubicBezTo>
                  <a:lnTo>
                    <a:pt x="1053" y="1855"/>
                  </a:lnTo>
                  <a:cubicBezTo>
                    <a:pt x="953" y="1805"/>
                    <a:pt x="878" y="1730"/>
                    <a:pt x="853" y="1629"/>
                  </a:cubicBezTo>
                  <a:cubicBezTo>
                    <a:pt x="803" y="1504"/>
                    <a:pt x="828" y="1404"/>
                    <a:pt x="878" y="1304"/>
                  </a:cubicBezTo>
                  <a:lnTo>
                    <a:pt x="1028" y="1028"/>
                  </a:lnTo>
                  <a:cubicBezTo>
                    <a:pt x="1103" y="878"/>
                    <a:pt x="1103" y="702"/>
                    <a:pt x="1053" y="552"/>
                  </a:cubicBezTo>
                  <a:cubicBezTo>
                    <a:pt x="978" y="401"/>
                    <a:pt x="853" y="276"/>
                    <a:pt x="702" y="226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65"/>
            <p:cNvSpPr/>
            <p:nvPr/>
          </p:nvSpPr>
          <p:spPr>
            <a:xfrm>
              <a:off x="1026829" y="4339438"/>
              <a:ext cx="1808221" cy="107010"/>
            </a:xfrm>
            <a:custGeom>
              <a:avLst/>
              <a:gdLst/>
              <a:ahLst/>
              <a:cxnLst/>
              <a:rect l="l" t="t" r="r" b="b"/>
              <a:pathLst>
                <a:path w="35164" h="2081" extrusionOk="0">
                  <a:moveTo>
                    <a:pt x="1" y="1"/>
                  </a:moveTo>
                  <a:lnTo>
                    <a:pt x="1" y="2081"/>
                  </a:lnTo>
                  <a:lnTo>
                    <a:pt x="35164" y="2081"/>
                  </a:lnTo>
                  <a:lnTo>
                    <a:pt x="351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65"/>
            <p:cNvSpPr/>
            <p:nvPr/>
          </p:nvSpPr>
          <p:spPr>
            <a:xfrm>
              <a:off x="654370" y="3510753"/>
              <a:ext cx="1477008" cy="935684"/>
            </a:xfrm>
            <a:custGeom>
              <a:avLst/>
              <a:gdLst/>
              <a:ahLst/>
              <a:cxnLst/>
              <a:rect l="l" t="t" r="r" b="b"/>
              <a:pathLst>
                <a:path w="28723" h="18196" extrusionOk="0">
                  <a:moveTo>
                    <a:pt x="1" y="0"/>
                  </a:moveTo>
                  <a:lnTo>
                    <a:pt x="3685" y="18196"/>
                  </a:lnTo>
                  <a:lnTo>
                    <a:pt x="28723" y="18196"/>
                  </a:lnTo>
                  <a:lnTo>
                    <a:pt x="237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65"/>
            <p:cNvSpPr/>
            <p:nvPr/>
          </p:nvSpPr>
          <p:spPr>
            <a:xfrm>
              <a:off x="2681680" y="4142282"/>
              <a:ext cx="88961" cy="87675"/>
            </a:xfrm>
            <a:custGeom>
              <a:avLst/>
              <a:gdLst/>
              <a:ahLst/>
              <a:cxnLst/>
              <a:rect l="l" t="t" r="r" b="b"/>
              <a:pathLst>
                <a:path w="1730" h="1705" extrusionOk="0">
                  <a:moveTo>
                    <a:pt x="301" y="0"/>
                  </a:moveTo>
                  <a:lnTo>
                    <a:pt x="0" y="301"/>
                  </a:lnTo>
                  <a:lnTo>
                    <a:pt x="1429" y="1704"/>
                  </a:lnTo>
                  <a:lnTo>
                    <a:pt x="1730" y="1404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65"/>
            <p:cNvSpPr/>
            <p:nvPr/>
          </p:nvSpPr>
          <p:spPr>
            <a:xfrm>
              <a:off x="2682965" y="4142282"/>
              <a:ext cx="86390" cy="87675"/>
            </a:xfrm>
            <a:custGeom>
              <a:avLst/>
              <a:gdLst/>
              <a:ahLst/>
              <a:cxnLst/>
              <a:rect l="l" t="t" r="r" b="b"/>
              <a:pathLst>
                <a:path w="1680" h="1705" extrusionOk="0">
                  <a:moveTo>
                    <a:pt x="1404" y="0"/>
                  </a:moveTo>
                  <a:lnTo>
                    <a:pt x="0" y="1404"/>
                  </a:lnTo>
                  <a:lnTo>
                    <a:pt x="301" y="1704"/>
                  </a:lnTo>
                  <a:lnTo>
                    <a:pt x="1680" y="301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65"/>
            <p:cNvSpPr/>
            <p:nvPr/>
          </p:nvSpPr>
          <p:spPr>
            <a:xfrm>
              <a:off x="615700" y="4066227"/>
              <a:ext cx="225591" cy="19386"/>
            </a:xfrm>
            <a:custGeom>
              <a:avLst/>
              <a:gdLst/>
              <a:ahLst/>
              <a:cxnLst/>
              <a:rect l="l" t="t" r="r" b="b"/>
              <a:pathLst>
                <a:path w="4387" h="377" extrusionOk="0">
                  <a:moveTo>
                    <a:pt x="1" y="0"/>
                  </a:moveTo>
                  <a:lnTo>
                    <a:pt x="1" y="376"/>
                  </a:lnTo>
                  <a:lnTo>
                    <a:pt x="4387" y="376"/>
                  </a:lnTo>
                  <a:lnTo>
                    <a:pt x="43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65"/>
            <p:cNvSpPr/>
            <p:nvPr/>
          </p:nvSpPr>
          <p:spPr>
            <a:xfrm>
              <a:off x="703377" y="4001794"/>
              <a:ext cx="123774" cy="19386"/>
            </a:xfrm>
            <a:custGeom>
              <a:avLst/>
              <a:gdLst/>
              <a:ahLst/>
              <a:cxnLst/>
              <a:rect l="l" t="t" r="r" b="b"/>
              <a:pathLst>
                <a:path w="2407" h="377" extrusionOk="0">
                  <a:moveTo>
                    <a:pt x="0" y="0"/>
                  </a:moveTo>
                  <a:lnTo>
                    <a:pt x="0" y="376"/>
                  </a:lnTo>
                  <a:lnTo>
                    <a:pt x="2406" y="376"/>
                  </a:lnTo>
                  <a:lnTo>
                    <a:pt x="24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65"/>
            <p:cNvSpPr/>
            <p:nvPr/>
          </p:nvSpPr>
          <p:spPr>
            <a:xfrm>
              <a:off x="641514" y="3144723"/>
              <a:ext cx="51577" cy="18101"/>
            </a:xfrm>
            <a:custGeom>
              <a:avLst/>
              <a:gdLst/>
              <a:ahLst/>
              <a:cxnLst/>
              <a:rect l="l" t="t" r="r" b="b"/>
              <a:pathLst>
                <a:path w="1003" h="352" extrusionOk="0">
                  <a:moveTo>
                    <a:pt x="25" y="1"/>
                  </a:moveTo>
                  <a:lnTo>
                    <a:pt x="0" y="351"/>
                  </a:lnTo>
                  <a:lnTo>
                    <a:pt x="1003" y="351"/>
                  </a:lnTo>
                  <a:lnTo>
                    <a:pt x="10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65"/>
            <p:cNvSpPr/>
            <p:nvPr/>
          </p:nvSpPr>
          <p:spPr>
            <a:xfrm>
              <a:off x="717518" y="3144723"/>
              <a:ext cx="50343" cy="19386"/>
            </a:xfrm>
            <a:custGeom>
              <a:avLst/>
              <a:gdLst/>
              <a:ahLst/>
              <a:cxnLst/>
              <a:rect l="l" t="t" r="r" b="b"/>
              <a:pathLst>
                <a:path w="979" h="377" extrusionOk="0">
                  <a:moveTo>
                    <a:pt x="1" y="1"/>
                  </a:moveTo>
                  <a:lnTo>
                    <a:pt x="1" y="351"/>
                  </a:lnTo>
                  <a:lnTo>
                    <a:pt x="978" y="376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65"/>
            <p:cNvSpPr/>
            <p:nvPr/>
          </p:nvSpPr>
          <p:spPr>
            <a:xfrm>
              <a:off x="792287" y="3144723"/>
              <a:ext cx="51577" cy="19386"/>
            </a:xfrm>
            <a:custGeom>
              <a:avLst/>
              <a:gdLst/>
              <a:ahLst/>
              <a:cxnLst/>
              <a:rect l="l" t="t" r="r" b="b"/>
              <a:pathLst>
                <a:path w="1003" h="377" extrusionOk="0">
                  <a:moveTo>
                    <a:pt x="0" y="1"/>
                  </a:moveTo>
                  <a:lnTo>
                    <a:pt x="0" y="376"/>
                  </a:lnTo>
                  <a:lnTo>
                    <a:pt x="1003" y="376"/>
                  </a:lnTo>
                  <a:lnTo>
                    <a:pt x="10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65"/>
            <p:cNvSpPr/>
            <p:nvPr/>
          </p:nvSpPr>
          <p:spPr>
            <a:xfrm>
              <a:off x="868342" y="3144723"/>
              <a:ext cx="50291" cy="19386"/>
            </a:xfrm>
            <a:custGeom>
              <a:avLst/>
              <a:gdLst/>
              <a:ahLst/>
              <a:cxnLst/>
              <a:rect l="l" t="t" r="r" b="b"/>
              <a:pathLst>
                <a:path w="978" h="377" extrusionOk="0">
                  <a:moveTo>
                    <a:pt x="0" y="1"/>
                  </a:moveTo>
                  <a:lnTo>
                    <a:pt x="0" y="376"/>
                  </a:lnTo>
                  <a:lnTo>
                    <a:pt x="978" y="376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65"/>
            <p:cNvSpPr/>
            <p:nvPr/>
          </p:nvSpPr>
          <p:spPr>
            <a:xfrm>
              <a:off x="943060" y="3146009"/>
              <a:ext cx="50343" cy="18101"/>
            </a:xfrm>
            <a:custGeom>
              <a:avLst/>
              <a:gdLst/>
              <a:ahLst/>
              <a:cxnLst/>
              <a:rect l="l" t="t" r="r" b="b"/>
              <a:pathLst>
                <a:path w="979" h="352" extrusionOk="0">
                  <a:moveTo>
                    <a:pt x="1" y="1"/>
                  </a:moveTo>
                  <a:lnTo>
                    <a:pt x="1" y="351"/>
                  </a:lnTo>
                  <a:lnTo>
                    <a:pt x="978" y="351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65"/>
            <p:cNvSpPr/>
            <p:nvPr/>
          </p:nvSpPr>
          <p:spPr>
            <a:xfrm>
              <a:off x="1019115" y="3146009"/>
              <a:ext cx="50291" cy="19386"/>
            </a:xfrm>
            <a:custGeom>
              <a:avLst/>
              <a:gdLst/>
              <a:ahLst/>
              <a:cxnLst/>
              <a:rect l="l" t="t" r="r" b="b"/>
              <a:pathLst>
                <a:path w="978" h="377" extrusionOk="0">
                  <a:moveTo>
                    <a:pt x="0" y="1"/>
                  </a:moveTo>
                  <a:lnTo>
                    <a:pt x="0" y="351"/>
                  </a:lnTo>
                  <a:lnTo>
                    <a:pt x="978" y="377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65"/>
            <p:cNvSpPr/>
            <p:nvPr/>
          </p:nvSpPr>
          <p:spPr>
            <a:xfrm>
              <a:off x="1093885" y="3146009"/>
              <a:ext cx="50291" cy="19386"/>
            </a:xfrm>
            <a:custGeom>
              <a:avLst/>
              <a:gdLst/>
              <a:ahLst/>
              <a:cxnLst/>
              <a:rect l="l" t="t" r="r" b="b"/>
              <a:pathLst>
                <a:path w="978" h="377" extrusionOk="0">
                  <a:moveTo>
                    <a:pt x="0" y="1"/>
                  </a:moveTo>
                  <a:lnTo>
                    <a:pt x="0" y="377"/>
                  </a:lnTo>
                  <a:lnTo>
                    <a:pt x="978" y="377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65"/>
            <p:cNvSpPr/>
            <p:nvPr/>
          </p:nvSpPr>
          <p:spPr>
            <a:xfrm>
              <a:off x="2171304" y="3632884"/>
              <a:ext cx="77391" cy="28694"/>
            </a:xfrm>
            <a:custGeom>
              <a:avLst/>
              <a:gdLst/>
              <a:ahLst/>
              <a:cxnLst/>
              <a:rect l="l" t="t" r="r" b="b"/>
              <a:pathLst>
                <a:path w="1505" h="558" extrusionOk="0">
                  <a:moveTo>
                    <a:pt x="714" y="0"/>
                  </a:moveTo>
                  <a:cubicBezTo>
                    <a:pt x="384" y="0"/>
                    <a:pt x="26" y="232"/>
                    <a:pt x="26" y="232"/>
                  </a:cubicBezTo>
                  <a:cubicBezTo>
                    <a:pt x="26" y="232"/>
                    <a:pt x="0" y="296"/>
                    <a:pt x="95" y="296"/>
                  </a:cubicBezTo>
                  <a:cubicBezTo>
                    <a:pt x="133" y="296"/>
                    <a:pt x="190" y="286"/>
                    <a:pt x="276" y="257"/>
                  </a:cubicBezTo>
                  <a:cubicBezTo>
                    <a:pt x="330" y="244"/>
                    <a:pt x="369" y="237"/>
                    <a:pt x="402" y="237"/>
                  </a:cubicBezTo>
                  <a:cubicBezTo>
                    <a:pt x="493" y="237"/>
                    <a:pt x="537" y="284"/>
                    <a:pt x="702" y="357"/>
                  </a:cubicBezTo>
                  <a:cubicBezTo>
                    <a:pt x="928" y="432"/>
                    <a:pt x="1003" y="432"/>
                    <a:pt x="1128" y="508"/>
                  </a:cubicBezTo>
                  <a:cubicBezTo>
                    <a:pt x="1204" y="533"/>
                    <a:pt x="1454" y="558"/>
                    <a:pt x="1454" y="558"/>
                  </a:cubicBezTo>
                  <a:lnTo>
                    <a:pt x="1504" y="182"/>
                  </a:lnTo>
                  <a:cubicBezTo>
                    <a:pt x="1153" y="107"/>
                    <a:pt x="1229" y="82"/>
                    <a:pt x="803" y="6"/>
                  </a:cubicBezTo>
                  <a:cubicBezTo>
                    <a:pt x="773" y="2"/>
                    <a:pt x="744" y="0"/>
                    <a:pt x="714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65"/>
            <p:cNvSpPr/>
            <p:nvPr/>
          </p:nvSpPr>
          <p:spPr>
            <a:xfrm>
              <a:off x="2189354" y="3648670"/>
              <a:ext cx="56770" cy="16712"/>
            </a:xfrm>
            <a:custGeom>
              <a:avLst/>
              <a:gdLst/>
              <a:ahLst/>
              <a:cxnLst/>
              <a:rect l="l" t="t" r="r" b="b"/>
              <a:pathLst>
                <a:path w="1104" h="325" extrusionOk="0">
                  <a:moveTo>
                    <a:pt x="652" y="0"/>
                  </a:moveTo>
                  <a:cubicBezTo>
                    <a:pt x="652" y="0"/>
                    <a:pt x="0" y="201"/>
                    <a:pt x="151" y="301"/>
                  </a:cubicBezTo>
                  <a:cubicBezTo>
                    <a:pt x="176" y="317"/>
                    <a:pt x="211" y="324"/>
                    <a:pt x="253" y="324"/>
                  </a:cubicBezTo>
                  <a:cubicBezTo>
                    <a:pt x="468" y="324"/>
                    <a:pt x="873" y="146"/>
                    <a:pt x="1103" y="125"/>
                  </a:cubicBezTo>
                  <a:lnTo>
                    <a:pt x="652" y="0"/>
                  </a:ln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65"/>
            <p:cNvSpPr/>
            <p:nvPr/>
          </p:nvSpPr>
          <p:spPr>
            <a:xfrm>
              <a:off x="2224167" y="3490801"/>
              <a:ext cx="253924" cy="196897"/>
            </a:xfrm>
            <a:custGeom>
              <a:avLst/>
              <a:gdLst/>
              <a:ahLst/>
              <a:cxnLst/>
              <a:rect l="l" t="t" r="r" b="b"/>
              <a:pathLst>
                <a:path w="4938" h="3829" extrusionOk="0">
                  <a:moveTo>
                    <a:pt x="4041" y="0"/>
                  </a:moveTo>
                  <a:cubicBezTo>
                    <a:pt x="3942" y="0"/>
                    <a:pt x="3832" y="12"/>
                    <a:pt x="3709" y="38"/>
                  </a:cubicBezTo>
                  <a:cubicBezTo>
                    <a:pt x="3008" y="163"/>
                    <a:pt x="3459" y="1466"/>
                    <a:pt x="3133" y="1942"/>
                  </a:cubicBezTo>
                  <a:cubicBezTo>
                    <a:pt x="2572" y="2744"/>
                    <a:pt x="1048" y="2824"/>
                    <a:pt x="461" y="2824"/>
                  </a:cubicBezTo>
                  <a:cubicBezTo>
                    <a:pt x="314" y="2824"/>
                    <a:pt x="226" y="2819"/>
                    <a:pt x="226" y="2819"/>
                  </a:cubicBezTo>
                  <a:cubicBezTo>
                    <a:pt x="0" y="3020"/>
                    <a:pt x="125" y="3371"/>
                    <a:pt x="125" y="3371"/>
                  </a:cubicBezTo>
                  <a:cubicBezTo>
                    <a:pt x="125" y="3371"/>
                    <a:pt x="1451" y="3828"/>
                    <a:pt x="2610" y="3828"/>
                  </a:cubicBezTo>
                  <a:cubicBezTo>
                    <a:pt x="3144" y="3828"/>
                    <a:pt x="3643" y="3731"/>
                    <a:pt x="3960" y="3446"/>
                  </a:cubicBezTo>
                  <a:cubicBezTo>
                    <a:pt x="4937" y="2544"/>
                    <a:pt x="4937" y="1366"/>
                    <a:pt x="4812" y="664"/>
                  </a:cubicBezTo>
                  <a:cubicBezTo>
                    <a:pt x="4750" y="289"/>
                    <a:pt x="4531" y="0"/>
                    <a:pt x="4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65"/>
            <p:cNvSpPr/>
            <p:nvPr/>
          </p:nvSpPr>
          <p:spPr>
            <a:xfrm>
              <a:off x="2661059" y="4281433"/>
              <a:ext cx="36150" cy="45252"/>
            </a:xfrm>
            <a:custGeom>
              <a:avLst/>
              <a:gdLst/>
              <a:ahLst/>
              <a:cxnLst/>
              <a:rect l="l" t="t" r="r" b="b"/>
              <a:pathLst>
                <a:path w="703" h="880" extrusionOk="0">
                  <a:moveTo>
                    <a:pt x="502" y="1"/>
                  </a:moveTo>
                  <a:lnTo>
                    <a:pt x="0" y="302"/>
                  </a:lnTo>
                  <a:cubicBezTo>
                    <a:pt x="76" y="377"/>
                    <a:pt x="126" y="452"/>
                    <a:pt x="176" y="502"/>
                  </a:cubicBezTo>
                  <a:cubicBezTo>
                    <a:pt x="251" y="602"/>
                    <a:pt x="251" y="628"/>
                    <a:pt x="25" y="878"/>
                  </a:cubicBezTo>
                  <a:cubicBezTo>
                    <a:pt x="37" y="879"/>
                    <a:pt x="48" y="879"/>
                    <a:pt x="59" y="879"/>
                  </a:cubicBezTo>
                  <a:cubicBezTo>
                    <a:pt x="395" y="879"/>
                    <a:pt x="678" y="526"/>
                    <a:pt x="702" y="477"/>
                  </a:cubicBezTo>
                  <a:cubicBezTo>
                    <a:pt x="677" y="352"/>
                    <a:pt x="602" y="176"/>
                    <a:pt x="502" y="1"/>
                  </a:cubicBezTo>
                  <a:close/>
                </a:path>
              </a:pathLst>
            </a:custGeom>
            <a:solidFill>
              <a:srgbClr val="F9B2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65"/>
            <p:cNvSpPr/>
            <p:nvPr/>
          </p:nvSpPr>
          <p:spPr>
            <a:xfrm>
              <a:off x="2644243" y="4305962"/>
              <a:ext cx="67106" cy="36613"/>
            </a:xfrm>
            <a:custGeom>
              <a:avLst/>
              <a:gdLst/>
              <a:ahLst/>
              <a:cxnLst/>
              <a:rect l="l" t="t" r="r" b="b"/>
              <a:pathLst>
                <a:path w="1305" h="712" extrusionOk="0">
                  <a:moveTo>
                    <a:pt x="1029" y="0"/>
                  </a:moveTo>
                  <a:lnTo>
                    <a:pt x="1029" y="0"/>
                  </a:lnTo>
                  <a:cubicBezTo>
                    <a:pt x="1005" y="49"/>
                    <a:pt x="722" y="402"/>
                    <a:pt x="386" y="402"/>
                  </a:cubicBezTo>
                  <a:cubicBezTo>
                    <a:pt x="375" y="402"/>
                    <a:pt x="364" y="402"/>
                    <a:pt x="352" y="401"/>
                  </a:cubicBezTo>
                  <a:cubicBezTo>
                    <a:pt x="352" y="401"/>
                    <a:pt x="0" y="712"/>
                    <a:pt x="219" y="712"/>
                  </a:cubicBezTo>
                  <a:cubicBezTo>
                    <a:pt x="241" y="712"/>
                    <a:pt x="268" y="709"/>
                    <a:pt x="302" y="702"/>
                  </a:cubicBezTo>
                  <a:cubicBezTo>
                    <a:pt x="678" y="652"/>
                    <a:pt x="1305" y="401"/>
                    <a:pt x="10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65"/>
            <p:cNvSpPr/>
            <p:nvPr/>
          </p:nvSpPr>
          <p:spPr>
            <a:xfrm>
              <a:off x="2407182" y="3802014"/>
              <a:ext cx="289663" cy="501369"/>
            </a:xfrm>
            <a:custGeom>
              <a:avLst/>
              <a:gdLst/>
              <a:ahLst/>
              <a:cxnLst/>
              <a:rect l="l" t="t" r="r" b="b"/>
              <a:pathLst>
                <a:path w="5633" h="9750" extrusionOk="0">
                  <a:moveTo>
                    <a:pt x="2782" y="1"/>
                  </a:moveTo>
                  <a:lnTo>
                    <a:pt x="852" y="803"/>
                  </a:lnTo>
                  <a:lnTo>
                    <a:pt x="0" y="1153"/>
                  </a:lnTo>
                  <a:cubicBezTo>
                    <a:pt x="0" y="1153"/>
                    <a:pt x="175" y="2256"/>
                    <a:pt x="451" y="2883"/>
                  </a:cubicBezTo>
                  <a:cubicBezTo>
                    <a:pt x="1328" y="4838"/>
                    <a:pt x="1454" y="4737"/>
                    <a:pt x="1729" y="5164"/>
                  </a:cubicBezTo>
                  <a:cubicBezTo>
                    <a:pt x="1729" y="5214"/>
                    <a:pt x="1754" y="5239"/>
                    <a:pt x="1780" y="5289"/>
                  </a:cubicBezTo>
                  <a:cubicBezTo>
                    <a:pt x="2306" y="6266"/>
                    <a:pt x="3684" y="8647"/>
                    <a:pt x="4962" y="9725"/>
                  </a:cubicBezTo>
                  <a:cubicBezTo>
                    <a:pt x="4983" y="9742"/>
                    <a:pt x="5011" y="9750"/>
                    <a:pt x="5043" y="9750"/>
                  </a:cubicBezTo>
                  <a:cubicBezTo>
                    <a:pt x="5246" y="9750"/>
                    <a:pt x="5632" y="9443"/>
                    <a:pt x="5589" y="9249"/>
                  </a:cubicBezTo>
                  <a:cubicBezTo>
                    <a:pt x="5138" y="7620"/>
                    <a:pt x="4787" y="7269"/>
                    <a:pt x="4311" y="5514"/>
                  </a:cubicBezTo>
                  <a:cubicBezTo>
                    <a:pt x="4186" y="4988"/>
                    <a:pt x="4035" y="3960"/>
                    <a:pt x="3910" y="3309"/>
                  </a:cubicBezTo>
                  <a:cubicBezTo>
                    <a:pt x="3759" y="2532"/>
                    <a:pt x="3484" y="677"/>
                    <a:pt x="27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65"/>
            <p:cNvSpPr/>
            <p:nvPr/>
          </p:nvSpPr>
          <p:spPr>
            <a:xfrm>
              <a:off x="2403274" y="4320103"/>
              <a:ext cx="41292" cy="34402"/>
            </a:xfrm>
            <a:custGeom>
              <a:avLst/>
              <a:gdLst/>
              <a:ahLst/>
              <a:cxnLst/>
              <a:rect l="l" t="t" r="r" b="b"/>
              <a:pathLst>
                <a:path w="803" h="669" extrusionOk="0">
                  <a:moveTo>
                    <a:pt x="803" y="1"/>
                  </a:moveTo>
                  <a:lnTo>
                    <a:pt x="226" y="76"/>
                  </a:lnTo>
                  <a:cubicBezTo>
                    <a:pt x="251" y="151"/>
                    <a:pt x="277" y="251"/>
                    <a:pt x="302" y="327"/>
                  </a:cubicBezTo>
                  <a:cubicBezTo>
                    <a:pt x="327" y="427"/>
                    <a:pt x="327" y="477"/>
                    <a:pt x="1" y="602"/>
                  </a:cubicBezTo>
                  <a:cubicBezTo>
                    <a:pt x="84" y="651"/>
                    <a:pt x="176" y="669"/>
                    <a:pt x="268" y="669"/>
                  </a:cubicBezTo>
                  <a:cubicBezTo>
                    <a:pt x="508" y="669"/>
                    <a:pt x="741" y="545"/>
                    <a:pt x="778" y="527"/>
                  </a:cubicBezTo>
                  <a:cubicBezTo>
                    <a:pt x="803" y="377"/>
                    <a:pt x="803" y="201"/>
                    <a:pt x="803" y="1"/>
                  </a:cubicBezTo>
                  <a:close/>
                </a:path>
              </a:pathLst>
            </a:custGeom>
            <a:solidFill>
              <a:srgbClr val="F9B2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65"/>
            <p:cNvSpPr/>
            <p:nvPr/>
          </p:nvSpPr>
          <p:spPr>
            <a:xfrm>
              <a:off x="2376226" y="4347203"/>
              <a:ext cx="70809" cy="20775"/>
            </a:xfrm>
            <a:custGeom>
              <a:avLst/>
              <a:gdLst/>
              <a:ahLst/>
              <a:cxnLst/>
              <a:rect l="l" t="t" r="r" b="b"/>
              <a:pathLst>
                <a:path w="1377" h="404" extrusionOk="0">
                  <a:moveTo>
                    <a:pt x="1304" y="0"/>
                  </a:moveTo>
                  <a:cubicBezTo>
                    <a:pt x="1267" y="18"/>
                    <a:pt x="1034" y="142"/>
                    <a:pt x="794" y="142"/>
                  </a:cubicBezTo>
                  <a:cubicBezTo>
                    <a:pt x="702" y="142"/>
                    <a:pt x="610" y="124"/>
                    <a:pt x="527" y="75"/>
                  </a:cubicBezTo>
                  <a:cubicBezTo>
                    <a:pt x="527" y="75"/>
                    <a:pt x="1" y="226"/>
                    <a:pt x="351" y="326"/>
                  </a:cubicBezTo>
                  <a:cubicBezTo>
                    <a:pt x="488" y="371"/>
                    <a:pt x="663" y="404"/>
                    <a:pt x="828" y="404"/>
                  </a:cubicBezTo>
                  <a:cubicBezTo>
                    <a:pt x="1119" y="404"/>
                    <a:pt x="1377" y="304"/>
                    <a:pt x="1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65"/>
            <p:cNvSpPr/>
            <p:nvPr/>
          </p:nvSpPr>
          <p:spPr>
            <a:xfrm>
              <a:off x="2407182" y="3843256"/>
              <a:ext cx="113438" cy="224305"/>
            </a:xfrm>
            <a:custGeom>
              <a:avLst/>
              <a:gdLst/>
              <a:ahLst/>
              <a:cxnLst/>
              <a:rect l="l" t="t" r="r" b="b"/>
              <a:pathLst>
                <a:path w="2206" h="4362" extrusionOk="0">
                  <a:moveTo>
                    <a:pt x="852" y="1"/>
                  </a:moveTo>
                  <a:lnTo>
                    <a:pt x="0" y="351"/>
                  </a:lnTo>
                  <a:cubicBezTo>
                    <a:pt x="0" y="351"/>
                    <a:pt x="175" y="1454"/>
                    <a:pt x="451" y="2081"/>
                  </a:cubicBezTo>
                  <a:cubicBezTo>
                    <a:pt x="1328" y="4036"/>
                    <a:pt x="1454" y="3935"/>
                    <a:pt x="1729" y="4362"/>
                  </a:cubicBezTo>
                  <a:cubicBezTo>
                    <a:pt x="1805" y="4161"/>
                    <a:pt x="1880" y="3961"/>
                    <a:pt x="1955" y="3735"/>
                  </a:cubicBezTo>
                  <a:cubicBezTo>
                    <a:pt x="2206" y="3008"/>
                    <a:pt x="2080" y="953"/>
                    <a:pt x="1729" y="76"/>
                  </a:cubicBezTo>
                  <a:lnTo>
                    <a:pt x="8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65"/>
            <p:cNvSpPr/>
            <p:nvPr/>
          </p:nvSpPr>
          <p:spPr>
            <a:xfrm>
              <a:off x="2347891" y="3822635"/>
              <a:ext cx="183064" cy="510985"/>
            </a:xfrm>
            <a:custGeom>
              <a:avLst/>
              <a:gdLst/>
              <a:ahLst/>
              <a:cxnLst/>
              <a:rect l="l" t="t" r="r" b="b"/>
              <a:pathLst>
                <a:path w="3560" h="9937" extrusionOk="0">
                  <a:moveTo>
                    <a:pt x="326" y="1"/>
                  </a:moveTo>
                  <a:cubicBezTo>
                    <a:pt x="326" y="1"/>
                    <a:pt x="25" y="1053"/>
                    <a:pt x="25" y="1755"/>
                  </a:cubicBezTo>
                  <a:cubicBezTo>
                    <a:pt x="0" y="4061"/>
                    <a:pt x="0" y="3986"/>
                    <a:pt x="25" y="4612"/>
                  </a:cubicBezTo>
                  <a:cubicBezTo>
                    <a:pt x="100" y="5715"/>
                    <a:pt x="577" y="8321"/>
                    <a:pt x="1278" y="9850"/>
                  </a:cubicBezTo>
                  <a:lnTo>
                    <a:pt x="1328" y="9900"/>
                  </a:lnTo>
                  <a:lnTo>
                    <a:pt x="1404" y="9925"/>
                  </a:lnTo>
                  <a:cubicBezTo>
                    <a:pt x="1437" y="9933"/>
                    <a:pt x="1475" y="9936"/>
                    <a:pt x="1515" y="9936"/>
                  </a:cubicBezTo>
                  <a:cubicBezTo>
                    <a:pt x="1741" y="9936"/>
                    <a:pt x="2034" y="9820"/>
                    <a:pt x="2055" y="9650"/>
                  </a:cubicBezTo>
                  <a:cubicBezTo>
                    <a:pt x="2331" y="8021"/>
                    <a:pt x="2506" y="7620"/>
                    <a:pt x="2506" y="5765"/>
                  </a:cubicBezTo>
                  <a:cubicBezTo>
                    <a:pt x="2506" y="4863"/>
                    <a:pt x="2857" y="4211"/>
                    <a:pt x="3008" y="3559"/>
                  </a:cubicBezTo>
                  <a:cubicBezTo>
                    <a:pt x="3208" y="2808"/>
                    <a:pt x="3559" y="978"/>
                    <a:pt x="3208" y="76"/>
                  </a:cubicBezTo>
                  <a:lnTo>
                    <a:pt x="3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65"/>
            <p:cNvSpPr/>
            <p:nvPr/>
          </p:nvSpPr>
          <p:spPr>
            <a:xfrm>
              <a:off x="2360747" y="3831686"/>
              <a:ext cx="59342" cy="501369"/>
            </a:xfrm>
            <a:custGeom>
              <a:avLst/>
              <a:gdLst/>
              <a:ahLst/>
              <a:cxnLst/>
              <a:rect l="l" t="t" r="r" b="b"/>
              <a:pathLst>
                <a:path w="1154" h="9750" extrusionOk="0">
                  <a:moveTo>
                    <a:pt x="552" y="0"/>
                  </a:moveTo>
                  <a:cubicBezTo>
                    <a:pt x="176" y="877"/>
                    <a:pt x="1" y="1880"/>
                    <a:pt x="1" y="3033"/>
                  </a:cubicBezTo>
                  <a:cubicBezTo>
                    <a:pt x="1" y="4085"/>
                    <a:pt x="151" y="5163"/>
                    <a:pt x="276" y="6115"/>
                  </a:cubicBezTo>
                  <a:cubicBezTo>
                    <a:pt x="452" y="7218"/>
                    <a:pt x="627" y="8496"/>
                    <a:pt x="1078" y="9724"/>
                  </a:cubicBezTo>
                  <a:lnTo>
                    <a:pt x="1154" y="9749"/>
                  </a:lnTo>
                  <a:cubicBezTo>
                    <a:pt x="703" y="8521"/>
                    <a:pt x="527" y="7218"/>
                    <a:pt x="352" y="6090"/>
                  </a:cubicBezTo>
                  <a:cubicBezTo>
                    <a:pt x="226" y="5163"/>
                    <a:pt x="76" y="4085"/>
                    <a:pt x="51" y="3033"/>
                  </a:cubicBezTo>
                  <a:cubicBezTo>
                    <a:pt x="51" y="1905"/>
                    <a:pt x="251" y="877"/>
                    <a:pt x="602" y="50"/>
                  </a:cubicBezTo>
                  <a:lnTo>
                    <a:pt x="6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65"/>
            <p:cNvSpPr/>
            <p:nvPr/>
          </p:nvSpPr>
          <p:spPr>
            <a:xfrm>
              <a:off x="2358176" y="3802014"/>
              <a:ext cx="230733" cy="94463"/>
            </a:xfrm>
            <a:custGeom>
              <a:avLst/>
              <a:gdLst/>
              <a:ahLst/>
              <a:cxnLst/>
              <a:rect l="l" t="t" r="r" b="b"/>
              <a:pathLst>
                <a:path w="4487" h="1837" extrusionOk="0">
                  <a:moveTo>
                    <a:pt x="3735" y="1"/>
                  </a:moveTo>
                  <a:lnTo>
                    <a:pt x="2632" y="477"/>
                  </a:lnTo>
                  <a:lnTo>
                    <a:pt x="126" y="402"/>
                  </a:lnTo>
                  <a:cubicBezTo>
                    <a:pt x="126" y="402"/>
                    <a:pt x="76" y="627"/>
                    <a:pt x="1" y="928"/>
                  </a:cubicBezTo>
                  <a:cubicBezTo>
                    <a:pt x="719" y="1499"/>
                    <a:pt x="1755" y="1836"/>
                    <a:pt x="2813" y="1836"/>
                  </a:cubicBezTo>
                  <a:cubicBezTo>
                    <a:pt x="3380" y="1836"/>
                    <a:pt x="3953" y="1739"/>
                    <a:pt x="4487" y="1529"/>
                  </a:cubicBezTo>
                  <a:cubicBezTo>
                    <a:pt x="4311" y="903"/>
                    <a:pt x="4061" y="326"/>
                    <a:pt x="3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65"/>
            <p:cNvSpPr/>
            <p:nvPr/>
          </p:nvSpPr>
          <p:spPr>
            <a:xfrm>
              <a:off x="2327271" y="3550709"/>
              <a:ext cx="265906" cy="320928"/>
            </a:xfrm>
            <a:custGeom>
              <a:avLst/>
              <a:gdLst/>
              <a:ahLst/>
              <a:cxnLst/>
              <a:rect l="l" t="t" r="r" b="b"/>
              <a:pathLst>
                <a:path w="5171" h="6241" extrusionOk="0">
                  <a:moveTo>
                    <a:pt x="1871" y="1"/>
                  </a:moveTo>
                  <a:cubicBezTo>
                    <a:pt x="1503" y="1"/>
                    <a:pt x="1094" y="163"/>
                    <a:pt x="727" y="627"/>
                  </a:cubicBezTo>
                  <a:cubicBezTo>
                    <a:pt x="276" y="1178"/>
                    <a:pt x="0" y="2256"/>
                    <a:pt x="602" y="5589"/>
                  </a:cubicBezTo>
                  <a:cubicBezTo>
                    <a:pt x="672" y="5998"/>
                    <a:pt x="2122" y="6240"/>
                    <a:pt x="3364" y="6240"/>
                  </a:cubicBezTo>
                  <a:cubicBezTo>
                    <a:pt x="4330" y="6240"/>
                    <a:pt x="5171" y="6094"/>
                    <a:pt x="5138" y="5765"/>
                  </a:cubicBezTo>
                  <a:cubicBezTo>
                    <a:pt x="4837" y="3484"/>
                    <a:pt x="3910" y="2131"/>
                    <a:pt x="2932" y="527"/>
                  </a:cubicBezTo>
                  <a:cubicBezTo>
                    <a:pt x="2776" y="284"/>
                    <a:pt x="2359" y="1"/>
                    <a:pt x="18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65"/>
            <p:cNvSpPr/>
            <p:nvPr/>
          </p:nvSpPr>
          <p:spPr>
            <a:xfrm>
              <a:off x="2160402" y="3723337"/>
              <a:ext cx="32910" cy="27665"/>
            </a:xfrm>
            <a:custGeom>
              <a:avLst/>
              <a:gdLst/>
              <a:ahLst/>
              <a:cxnLst/>
              <a:rect l="l" t="t" r="r" b="b"/>
              <a:pathLst>
                <a:path w="640" h="538" extrusionOk="0">
                  <a:moveTo>
                    <a:pt x="127" y="1"/>
                  </a:moveTo>
                  <a:cubicBezTo>
                    <a:pt x="1" y="1"/>
                    <a:pt x="263" y="453"/>
                    <a:pt x="263" y="453"/>
                  </a:cubicBezTo>
                  <a:lnTo>
                    <a:pt x="162" y="478"/>
                  </a:lnTo>
                  <a:cubicBezTo>
                    <a:pt x="162" y="478"/>
                    <a:pt x="422" y="538"/>
                    <a:pt x="544" y="538"/>
                  </a:cubicBezTo>
                  <a:cubicBezTo>
                    <a:pt x="616" y="538"/>
                    <a:pt x="640" y="518"/>
                    <a:pt x="538" y="453"/>
                  </a:cubicBezTo>
                  <a:cubicBezTo>
                    <a:pt x="288" y="252"/>
                    <a:pt x="313" y="52"/>
                    <a:pt x="137" y="2"/>
                  </a:cubicBezTo>
                  <a:cubicBezTo>
                    <a:pt x="134" y="1"/>
                    <a:pt x="130" y="1"/>
                    <a:pt x="127" y="1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65"/>
            <p:cNvSpPr/>
            <p:nvPr/>
          </p:nvSpPr>
          <p:spPr>
            <a:xfrm>
              <a:off x="2132222" y="3725651"/>
              <a:ext cx="52040" cy="39030"/>
            </a:xfrm>
            <a:custGeom>
              <a:avLst/>
              <a:gdLst/>
              <a:ahLst/>
              <a:cxnLst/>
              <a:rect l="l" t="t" r="r" b="b"/>
              <a:pathLst>
                <a:path w="1012" h="759" extrusionOk="0">
                  <a:moveTo>
                    <a:pt x="93" y="0"/>
                  </a:moveTo>
                  <a:cubicBezTo>
                    <a:pt x="29" y="0"/>
                    <a:pt x="1" y="30"/>
                    <a:pt x="34" y="107"/>
                  </a:cubicBezTo>
                  <a:cubicBezTo>
                    <a:pt x="184" y="458"/>
                    <a:pt x="334" y="734"/>
                    <a:pt x="936" y="759"/>
                  </a:cubicBezTo>
                  <a:lnTo>
                    <a:pt x="1011" y="383"/>
                  </a:lnTo>
                  <a:cubicBezTo>
                    <a:pt x="1011" y="383"/>
                    <a:pt x="323" y="0"/>
                    <a:pt x="93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65"/>
            <p:cNvSpPr/>
            <p:nvPr/>
          </p:nvSpPr>
          <p:spPr>
            <a:xfrm>
              <a:off x="2171304" y="3597453"/>
              <a:ext cx="253924" cy="195046"/>
            </a:xfrm>
            <a:custGeom>
              <a:avLst/>
              <a:gdLst/>
              <a:ahLst/>
              <a:cxnLst/>
              <a:rect l="l" t="t" r="r" b="b"/>
              <a:pathLst>
                <a:path w="4938" h="3793" extrusionOk="0">
                  <a:moveTo>
                    <a:pt x="4016" y="0"/>
                  </a:moveTo>
                  <a:cubicBezTo>
                    <a:pt x="3938" y="0"/>
                    <a:pt x="3852" y="6"/>
                    <a:pt x="3760" y="19"/>
                  </a:cubicBezTo>
                  <a:cubicBezTo>
                    <a:pt x="2933" y="144"/>
                    <a:pt x="3509" y="1798"/>
                    <a:pt x="3158" y="2274"/>
                  </a:cubicBezTo>
                  <a:cubicBezTo>
                    <a:pt x="2821" y="2745"/>
                    <a:pt x="2134" y="2867"/>
                    <a:pt x="1513" y="2867"/>
                  </a:cubicBezTo>
                  <a:cubicBezTo>
                    <a:pt x="844" y="2867"/>
                    <a:pt x="251" y="2725"/>
                    <a:pt x="251" y="2725"/>
                  </a:cubicBezTo>
                  <a:cubicBezTo>
                    <a:pt x="1" y="2901"/>
                    <a:pt x="101" y="3277"/>
                    <a:pt x="101" y="3277"/>
                  </a:cubicBezTo>
                  <a:cubicBezTo>
                    <a:pt x="101" y="3277"/>
                    <a:pt x="1476" y="3793"/>
                    <a:pt x="2645" y="3793"/>
                  </a:cubicBezTo>
                  <a:cubicBezTo>
                    <a:pt x="3146" y="3793"/>
                    <a:pt x="3610" y="3698"/>
                    <a:pt x="3910" y="3427"/>
                  </a:cubicBezTo>
                  <a:cubicBezTo>
                    <a:pt x="4938" y="2575"/>
                    <a:pt x="4938" y="1397"/>
                    <a:pt x="4863" y="695"/>
                  </a:cubicBezTo>
                  <a:cubicBezTo>
                    <a:pt x="4797" y="300"/>
                    <a:pt x="4577" y="0"/>
                    <a:pt x="40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65"/>
            <p:cNvSpPr/>
            <p:nvPr/>
          </p:nvSpPr>
          <p:spPr>
            <a:xfrm>
              <a:off x="2280835" y="3406519"/>
              <a:ext cx="278453" cy="316917"/>
            </a:xfrm>
            <a:custGeom>
              <a:avLst/>
              <a:gdLst/>
              <a:ahLst/>
              <a:cxnLst/>
              <a:rect l="l" t="t" r="r" b="b"/>
              <a:pathLst>
                <a:path w="5415" h="6163" extrusionOk="0">
                  <a:moveTo>
                    <a:pt x="1994" y="0"/>
                  </a:moveTo>
                  <a:cubicBezTo>
                    <a:pt x="1793" y="0"/>
                    <a:pt x="1545" y="50"/>
                    <a:pt x="1229" y="173"/>
                  </a:cubicBezTo>
                  <a:cubicBezTo>
                    <a:pt x="803" y="348"/>
                    <a:pt x="327" y="874"/>
                    <a:pt x="552" y="1752"/>
                  </a:cubicBezTo>
                  <a:cubicBezTo>
                    <a:pt x="778" y="2654"/>
                    <a:pt x="778" y="2654"/>
                    <a:pt x="552" y="3080"/>
                  </a:cubicBezTo>
                  <a:cubicBezTo>
                    <a:pt x="1" y="4108"/>
                    <a:pt x="1981" y="3506"/>
                    <a:pt x="1705" y="4509"/>
                  </a:cubicBezTo>
                  <a:cubicBezTo>
                    <a:pt x="1333" y="5748"/>
                    <a:pt x="1833" y="6162"/>
                    <a:pt x="2541" y="6162"/>
                  </a:cubicBezTo>
                  <a:cubicBezTo>
                    <a:pt x="3408" y="6162"/>
                    <a:pt x="4587" y="5543"/>
                    <a:pt x="4863" y="5060"/>
                  </a:cubicBezTo>
                  <a:cubicBezTo>
                    <a:pt x="5414" y="4057"/>
                    <a:pt x="5339" y="2629"/>
                    <a:pt x="4287" y="2278"/>
                  </a:cubicBezTo>
                  <a:cubicBezTo>
                    <a:pt x="3961" y="2153"/>
                    <a:pt x="4211" y="975"/>
                    <a:pt x="3460" y="950"/>
                  </a:cubicBezTo>
                  <a:cubicBezTo>
                    <a:pt x="2829" y="929"/>
                    <a:pt x="2859" y="0"/>
                    <a:pt x="19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tatistics and Probability: Data Analysis and Interpretation - Math - 10th grade by Slidesgo">
  <a:themeElements>
    <a:clrScheme name="Simple Light">
      <a:dk1>
        <a:srgbClr val="1F3374"/>
      </a:dk1>
      <a:lt1>
        <a:srgbClr val="F8F8F8"/>
      </a:lt1>
      <a:dk2>
        <a:srgbClr val="304BA6"/>
      </a:dk2>
      <a:lt2>
        <a:srgbClr val="D8E4F7"/>
      </a:lt2>
      <a:accent1>
        <a:srgbClr val="CB6EBE"/>
      </a:accent1>
      <a:accent2>
        <a:srgbClr val="F8C220"/>
      </a:accent2>
      <a:accent3>
        <a:srgbClr val="F05555"/>
      </a:accent3>
      <a:accent4>
        <a:srgbClr val="EFEFEF"/>
      </a:accent4>
      <a:accent5>
        <a:srgbClr val="FFFFFF"/>
      </a:accent5>
      <a:accent6>
        <a:srgbClr val="FFFFFF"/>
      </a:accent6>
      <a:hlink>
        <a:srgbClr val="1F337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696</Words>
  <Application>Microsoft Office PowerPoint</Application>
  <PresentationFormat>On-screen Show (16:9)</PresentationFormat>
  <Paragraphs>166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Barlow Semi Condensed SemiBold</vt:lpstr>
      <vt:lpstr>Titillium Web</vt:lpstr>
      <vt:lpstr>Wingdings</vt:lpstr>
      <vt:lpstr>Barlow Semi Condensed</vt:lpstr>
      <vt:lpstr>Nunito Light</vt:lpstr>
      <vt:lpstr>Anaheim</vt:lpstr>
      <vt:lpstr>Arial</vt:lpstr>
      <vt:lpstr>Statistics and Probability: Data Analysis and Interpretation - Math - 10th grade by Slidesgo</vt:lpstr>
      <vt:lpstr>NYC Citywide Payroll Data Warehouse &amp; ETL Pipeline</vt:lpstr>
      <vt:lpstr>PROBLEM STATEMENT</vt:lpstr>
      <vt:lpstr>OBJECTIVES</vt:lpstr>
      <vt:lpstr>2194488</vt:lpstr>
      <vt:lpstr>DATASET OVERVIEW</vt:lpstr>
      <vt:lpstr>DATA PROFILING RESULTS</vt:lpstr>
      <vt:lpstr>DATA WAREHOUSE DESIGN</vt:lpstr>
      <vt:lpstr>Why Star Schema?</vt:lpstr>
      <vt:lpstr>FACT TABLE DETAILS</vt:lpstr>
      <vt:lpstr>DIMENSION TABLE DETAILS</vt:lpstr>
      <vt:lpstr>PowerPoint Presentation</vt:lpstr>
      <vt:lpstr>TOOLS &amp; TECHNOLOGIES</vt:lpstr>
      <vt:lpstr>PROJECT STRUCTURE</vt:lpstr>
      <vt:lpstr>CODE HIGHLIGHTS</vt:lpstr>
      <vt:lpstr>CODE HIGHLIGHTS</vt:lpstr>
      <vt:lpstr>CODE HIGHLIGHTS</vt:lpstr>
      <vt:lpstr>CODE HIGHLIGHTS</vt:lpstr>
      <vt:lpstr>CODE HIGHLIGHTS</vt:lpstr>
      <vt:lpstr>PIPELINE EXECUTION GUIDE</vt:lpstr>
      <vt:lpstr>PIPELINE EXECUTION GUIDE</vt:lpstr>
      <vt:lpstr>PIPELINE EXECUTION GUIDE</vt:lpstr>
      <vt:lpstr>PIPELINE EXECUTION GUIDE</vt:lpstr>
      <vt:lpstr>PIPELINE EXECUTION GUIDE</vt:lpstr>
      <vt:lpstr>CHALLENGES FACED</vt:lpstr>
      <vt:lpstr>SOLUTIONS &amp; KEY LEARNINGS</vt:lpstr>
      <vt:lpstr>FUTURE ENHANCEMENTS</vt:lpstr>
      <vt:lpstr>KEY INSIGHTS</vt:lpstr>
      <vt:lpstr>1. Total Payroll by Work Location</vt:lpstr>
      <vt:lpstr>2. Payroll growth across fiscal years  </vt:lpstr>
      <vt:lpstr>3. Highest payroll spending agency  </vt:lpstr>
      <vt:lpstr>4. Total Overtime Pay by Titles</vt:lpstr>
      <vt:lpstr>5. Workforce Growth over the Years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Rhizu Joshi</cp:lastModifiedBy>
  <cp:revision>2</cp:revision>
  <dcterms:modified xsi:type="dcterms:W3CDTF">2026-05-14T20:01:06Z</dcterms:modified>
</cp:coreProperties>
</file>